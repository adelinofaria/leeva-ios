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-15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E2423B-39DB-D945-82E3-293EAC4DE210}" type="doc">
      <dgm:prSet loTypeId="urn:microsoft.com/office/officeart/2008/layout/NameandTitleOrganizationalChar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2670821B-B677-2747-9A66-FBD19FDF95CB}">
      <dgm:prSet/>
      <dgm:spPr/>
      <dgm:t>
        <a:bodyPr/>
        <a:lstStyle/>
        <a:p>
          <a:r>
            <a:rPr lang="pt-PT" dirty="0" smtClean="0"/>
            <a:t>Menu</a:t>
          </a:r>
          <a:endParaRPr lang="pt-PT" dirty="0"/>
        </a:p>
      </dgm:t>
    </dgm:pt>
    <dgm:pt modelId="{418FF911-2E17-E249-993C-67153D3CB1C7}" type="parTrans" cxnId="{F3739933-4DF1-8D4C-A45B-00163535D8BB}">
      <dgm:prSet/>
      <dgm:spPr/>
      <dgm:t>
        <a:bodyPr/>
        <a:lstStyle/>
        <a:p>
          <a:endParaRPr lang="pt-PT"/>
        </a:p>
      </dgm:t>
    </dgm:pt>
    <dgm:pt modelId="{5AA9F2A8-D236-1642-925A-4F6B4DD73B45}" type="sibTrans" cxnId="{F3739933-4DF1-8D4C-A45B-00163535D8BB}">
      <dgm:prSet/>
      <dgm:spPr/>
      <dgm:t>
        <a:bodyPr/>
        <a:lstStyle/>
        <a:p>
          <a:endParaRPr lang="pt-PT"/>
        </a:p>
      </dgm:t>
    </dgm:pt>
    <dgm:pt modelId="{73C73688-B196-C248-9096-5B4C41A752E6}">
      <dgm:prSet/>
      <dgm:spPr/>
      <dgm:t>
        <a:bodyPr/>
        <a:lstStyle/>
        <a:p>
          <a:r>
            <a:rPr lang="pt-PT" dirty="0" err="1" smtClean="0"/>
            <a:t>Add</a:t>
          </a:r>
          <a:endParaRPr lang="pt-PT" dirty="0"/>
        </a:p>
      </dgm:t>
    </dgm:pt>
    <dgm:pt modelId="{B76B9AF9-4172-6D4D-B3F0-5FFF431BE892}" type="parTrans" cxnId="{6B488D05-03DC-F74F-BE0D-3F9D07C7A8A8}">
      <dgm:prSet/>
      <dgm:spPr/>
      <dgm:t>
        <a:bodyPr/>
        <a:lstStyle/>
        <a:p>
          <a:endParaRPr lang="pt-PT"/>
        </a:p>
      </dgm:t>
    </dgm:pt>
    <dgm:pt modelId="{ED922117-99BD-9D44-A08A-B70695432020}" type="sibTrans" cxnId="{6B488D05-03DC-F74F-BE0D-3F9D07C7A8A8}">
      <dgm:prSet/>
      <dgm:spPr/>
      <dgm:t>
        <a:bodyPr/>
        <a:lstStyle/>
        <a:p>
          <a:endParaRPr lang="pt-PT"/>
        </a:p>
      </dgm:t>
    </dgm:pt>
    <dgm:pt modelId="{E7597CF0-B074-1A41-9D1C-9FE7992A0649}">
      <dgm:prSet/>
      <dgm:spPr/>
      <dgm:t>
        <a:bodyPr/>
        <a:lstStyle/>
        <a:p>
          <a:r>
            <a:rPr lang="pt-PT" dirty="0" err="1" smtClean="0"/>
            <a:t>Reports</a:t>
          </a:r>
          <a:endParaRPr lang="pt-PT" dirty="0"/>
        </a:p>
      </dgm:t>
    </dgm:pt>
    <dgm:pt modelId="{45E172EE-6399-E241-A018-B7C4BB275B15}" type="parTrans" cxnId="{C2A84753-E11B-D74E-A058-A63800D9597D}">
      <dgm:prSet/>
      <dgm:spPr/>
      <dgm:t>
        <a:bodyPr/>
        <a:lstStyle/>
        <a:p>
          <a:endParaRPr lang="pt-PT"/>
        </a:p>
      </dgm:t>
    </dgm:pt>
    <dgm:pt modelId="{7B779DB1-FB3F-B546-BEC9-A0F1FCB445E2}" type="sibTrans" cxnId="{C2A84753-E11B-D74E-A058-A63800D9597D}">
      <dgm:prSet/>
      <dgm:spPr/>
      <dgm:t>
        <a:bodyPr/>
        <a:lstStyle/>
        <a:p>
          <a:endParaRPr lang="pt-PT"/>
        </a:p>
      </dgm:t>
    </dgm:pt>
    <dgm:pt modelId="{1FDA80EF-CEE0-3B4F-9E9B-9453788B0751}">
      <dgm:prSet/>
      <dgm:spPr/>
      <dgm:t>
        <a:bodyPr/>
        <a:lstStyle/>
        <a:p>
          <a:r>
            <a:rPr lang="pt-PT" dirty="0" err="1" smtClean="0"/>
            <a:t>Lists</a:t>
          </a:r>
          <a:endParaRPr lang="pt-PT" dirty="0"/>
        </a:p>
      </dgm:t>
    </dgm:pt>
    <dgm:pt modelId="{E264A890-BCF1-CC4F-93B4-BB4986A8796A}" type="parTrans" cxnId="{5AFD40F3-6653-0A46-9109-92325081DEEF}">
      <dgm:prSet/>
      <dgm:spPr/>
      <dgm:t>
        <a:bodyPr/>
        <a:lstStyle/>
        <a:p>
          <a:endParaRPr lang="pt-PT"/>
        </a:p>
      </dgm:t>
    </dgm:pt>
    <dgm:pt modelId="{88EBD5D5-D608-D840-918F-4AE981CFF748}" type="sibTrans" cxnId="{5AFD40F3-6653-0A46-9109-92325081DEEF}">
      <dgm:prSet/>
      <dgm:spPr/>
      <dgm:t>
        <a:bodyPr/>
        <a:lstStyle/>
        <a:p>
          <a:endParaRPr lang="pt-PT"/>
        </a:p>
      </dgm:t>
    </dgm:pt>
    <dgm:pt modelId="{C487737D-8EC2-D34D-B0CF-FAE5082232E0}">
      <dgm:prSet/>
      <dgm:spPr/>
      <dgm:t>
        <a:bodyPr/>
        <a:lstStyle/>
        <a:p>
          <a:r>
            <a:rPr lang="pt-PT" dirty="0" err="1" smtClean="0"/>
            <a:t>Chatter</a:t>
          </a:r>
          <a:endParaRPr lang="pt-PT" dirty="0"/>
        </a:p>
      </dgm:t>
    </dgm:pt>
    <dgm:pt modelId="{E336931A-349D-7941-B8D0-AE5D4BB6F7A1}" type="parTrans" cxnId="{4A7FD058-D3F0-3F4F-ABC3-B452C061DE12}">
      <dgm:prSet/>
      <dgm:spPr/>
      <dgm:t>
        <a:bodyPr/>
        <a:lstStyle/>
        <a:p>
          <a:endParaRPr lang="pt-PT"/>
        </a:p>
      </dgm:t>
    </dgm:pt>
    <dgm:pt modelId="{0314A03F-7300-D741-AABB-C29BF3FC376F}" type="sibTrans" cxnId="{4A7FD058-D3F0-3F4F-ABC3-B452C061DE12}">
      <dgm:prSet/>
      <dgm:spPr/>
      <dgm:t>
        <a:bodyPr/>
        <a:lstStyle/>
        <a:p>
          <a:endParaRPr lang="pt-PT"/>
        </a:p>
      </dgm:t>
    </dgm:pt>
    <dgm:pt modelId="{218A66DB-26CC-CA41-A6E8-FDFCEF97A394}">
      <dgm:prSet/>
      <dgm:spPr/>
      <dgm:t>
        <a:bodyPr/>
        <a:lstStyle/>
        <a:p>
          <a:r>
            <a:rPr lang="pt-PT" dirty="0" err="1" smtClean="0"/>
            <a:t>Rewards</a:t>
          </a:r>
          <a:endParaRPr lang="pt-PT" dirty="0"/>
        </a:p>
      </dgm:t>
    </dgm:pt>
    <dgm:pt modelId="{C2AF6C67-7508-DC43-B859-88815447C7DE}" type="parTrans" cxnId="{2C0DD337-C502-8147-8548-972618C55940}">
      <dgm:prSet/>
      <dgm:spPr/>
      <dgm:t>
        <a:bodyPr/>
        <a:lstStyle/>
        <a:p>
          <a:endParaRPr lang="pt-PT"/>
        </a:p>
      </dgm:t>
    </dgm:pt>
    <dgm:pt modelId="{E9C5FA72-05AB-9D47-88E7-DB5739CBFAC2}" type="sibTrans" cxnId="{2C0DD337-C502-8147-8548-972618C55940}">
      <dgm:prSet/>
      <dgm:spPr/>
      <dgm:t>
        <a:bodyPr/>
        <a:lstStyle/>
        <a:p>
          <a:endParaRPr lang="pt-PT"/>
        </a:p>
      </dgm:t>
    </dgm:pt>
    <dgm:pt modelId="{53C01131-2C6A-1244-9FBD-78A0BC86ED35}">
      <dgm:prSet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a </a:t>
          </a:r>
          <a:r>
            <a:rPr lang="pt-PT" dirty="0" err="1" smtClean="0"/>
            <a:t>member</a:t>
          </a:r>
          <a:r>
            <a:rPr lang="pt-PT" dirty="0" smtClean="0"/>
            <a:t> to a </a:t>
          </a:r>
          <a:r>
            <a:rPr lang="pt-PT" dirty="0" err="1" smtClean="0"/>
            <a:t>list</a:t>
          </a:r>
          <a:endParaRPr lang="pt-PT" dirty="0"/>
        </a:p>
      </dgm:t>
    </dgm:pt>
    <dgm:pt modelId="{D1DC92C4-339E-044C-91AC-44AB6BE1808B}" type="parTrans" cxnId="{6FA7273A-94FC-BB41-861A-C8D1FA141645}">
      <dgm:prSet/>
      <dgm:spPr/>
      <dgm:t>
        <a:bodyPr/>
        <a:lstStyle/>
        <a:p>
          <a:endParaRPr lang="pt-PT"/>
        </a:p>
      </dgm:t>
    </dgm:pt>
    <dgm:pt modelId="{19467F05-4736-1040-997E-09542CC8DA32}" type="sibTrans" cxnId="{6FA7273A-94FC-BB41-861A-C8D1FA141645}">
      <dgm:prSet custT="1"/>
      <dgm:spPr/>
      <dgm:t>
        <a:bodyPr/>
        <a:lstStyle/>
        <a:p>
          <a:r>
            <a:rPr lang="pt-PT" sz="600" dirty="0" err="1" smtClean="0"/>
            <a:t>Information</a:t>
          </a:r>
          <a:r>
            <a:rPr lang="pt-PT" sz="600" dirty="0" smtClean="0"/>
            <a:t>:</a:t>
          </a:r>
        </a:p>
        <a:p>
          <a:r>
            <a:rPr lang="pt-PT" sz="600" dirty="0" smtClean="0"/>
            <a:t>Email</a:t>
          </a:r>
        </a:p>
        <a:p>
          <a:r>
            <a:rPr lang="pt-PT" sz="600" dirty="0" err="1" smtClean="0"/>
            <a:t>First</a:t>
          </a:r>
          <a:r>
            <a:rPr lang="pt-PT" sz="600" dirty="0" smtClean="0"/>
            <a:t> </a:t>
          </a:r>
          <a:r>
            <a:rPr lang="pt-PT" sz="600" dirty="0" err="1" smtClean="0"/>
            <a:t>name</a:t>
          </a:r>
          <a:endParaRPr lang="pt-PT" sz="600" dirty="0" smtClean="0"/>
        </a:p>
        <a:p>
          <a:r>
            <a:rPr lang="pt-PT" sz="600" dirty="0" err="1" smtClean="0"/>
            <a:t>Last</a:t>
          </a:r>
          <a:r>
            <a:rPr lang="pt-PT" sz="600" dirty="0" smtClean="0"/>
            <a:t> </a:t>
          </a:r>
          <a:r>
            <a:rPr lang="pt-PT" sz="600" dirty="0" err="1" smtClean="0"/>
            <a:t>name</a:t>
          </a:r>
          <a:endParaRPr lang="pt-PT" sz="600" dirty="0" smtClean="0"/>
        </a:p>
      </dgm:t>
    </dgm:pt>
    <dgm:pt modelId="{35412D43-F913-684D-9529-D79297AEE95F}">
      <dgm:prSet/>
      <dgm:spPr/>
      <dgm:t>
        <a:bodyPr/>
        <a:lstStyle/>
        <a:p>
          <a:r>
            <a:rPr lang="pt-PT" dirty="0" err="1" smtClean="0"/>
            <a:t>Lists</a:t>
          </a:r>
          <a:r>
            <a:rPr lang="pt-PT" dirty="0" smtClean="0"/>
            <a:t> </a:t>
          </a:r>
          <a:r>
            <a:rPr lang="pt-PT" dirty="0" err="1" smtClean="0"/>
            <a:t>all</a:t>
          </a:r>
          <a:r>
            <a:rPr lang="pt-PT" dirty="0" smtClean="0"/>
            <a:t> </a:t>
          </a:r>
          <a:r>
            <a:rPr lang="pt-PT" dirty="0" err="1" smtClean="0"/>
            <a:t>reports</a:t>
          </a:r>
          <a:r>
            <a:rPr lang="pt-PT" dirty="0" smtClean="0"/>
            <a:t> </a:t>
          </a:r>
          <a:r>
            <a:rPr lang="pt-PT" dirty="0" err="1" smtClean="0"/>
            <a:t>from</a:t>
          </a:r>
          <a:r>
            <a:rPr lang="pt-PT" dirty="0" smtClean="0"/>
            <a:t> </a:t>
          </a:r>
          <a:r>
            <a:rPr lang="pt-PT" dirty="0" err="1" smtClean="0"/>
            <a:t>sent</a:t>
          </a:r>
          <a:r>
            <a:rPr lang="pt-PT" dirty="0" smtClean="0"/>
            <a:t> </a:t>
          </a:r>
          <a:r>
            <a:rPr lang="pt-PT" dirty="0" err="1" smtClean="0"/>
            <a:t>campaigns</a:t>
          </a:r>
          <a:endParaRPr lang="pt-PT" dirty="0"/>
        </a:p>
      </dgm:t>
    </dgm:pt>
    <dgm:pt modelId="{BB9CE70B-BD36-F747-AA39-18595038DD4B}" type="parTrans" cxnId="{91CCE8D0-8931-0640-95B4-99B09FAF20C9}">
      <dgm:prSet/>
      <dgm:spPr/>
      <dgm:t>
        <a:bodyPr/>
        <a:lstStyle/>
        <a:p>
          <a:endParaRPr lang="pt-PT"/>
        </a:p>
      </dgm:t>
    </dgm:pt>
    <dgm:pt modelId="{CE2D6B96-401C-2840-9B5A-14EC7C64C5F2}" type="sibTrans" cxnId="{91CCE8D0-8931-0640-95B4-99B09FAF20C9}">
      <dgm:prSet/>
      <dgm:spPr/>
      <dgm:t>
        <a:bodyPr/>
        <a:lstStyle/>
        <a:p>
          <a:r>
            <a:rPr lang="pt-PT" dirty="0" smtClean="0"/>
            <a:t>Some </a:t>
          </a:r>
          <a:r>
            <a:rPr lang="pt-PT" dirty="0" err="1" smtClean="0"/>
            <a:t>details</a:t>
          </a:r>
          <a:r>
            <a:rPr lang="pt-PT" dirty="0" smtClean="0"/>
            <a:t> can </a:t>
          </a:r>
          <a:r>
            <a:rPr lang="pt-PT" dirty="0" err="1" smtClean="0"/>
            <a:t>be</a:t>
          </a:r>
          <a:r>
            <a:rPr lang="pt-PT" dirty="0" smtClean="0"/>
            <a:t> </a:t>
          </a:r>
          <a:r>
            <a:rPr lang="pt-PT" dirty="0" err="1" smtClean="0"/>
            <a:t>previewd</a:t>
          </a:r>
          <a:r>
            <a:rPr lang="pt-PT" dirty="0" smtClean="0"/>
            <a:t>:</a:t>
          </a:r>
        </a:p>
        <a:p>
          <a:r>
            <a:rPr lang="pt-PT" dirty="0" err="1" smtClean="0"/>
            <a:t>Sent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Delivered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Bounced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/>
        </a:p>
      </dgm:t>
    </dgm:pt>
    <dgm:pt modelId="{76BC3B27-B588-7041-8223-4022621A3FE5}">
      <dgm:prSet/>
      <dgm:spPr/>
      <dgm:t>
        <a:bodyPr/>
        <a:lstStyle/>
        <a:p>
          <a:r>
            <a:rPr lang="pt-PT" dirty="0" smtClean="0"/>
            <a:t>Email </a:t>
          </a:r>
          <a:r>
            <a:rPr lang="pt-PT" dirty="0" err="1" smtClean="0"/>
            <a:t>full</a:t>
          </a:r>
          <a:r>
            <a:rPr lang="pt-PT" dirty="0" smtClean="0"/>
            <a:t> </a:t>
          </a:r>
          <a:r>
            <a:rPr lang="pt-PT" dirty="0" err="1" smtClean="0"/>
            <a:t>report</a:t>
          </a:r>
          <a:endParaRPr lang="pt-PT" dirty="0"/>
        </a:p>
      </dgm:t>
    </dgm:pt>
    <dgm:pt modelId="{31ACB083-050C-524F-92EA-D389D183689E}" type="parTrans" cxnId="{D5FBD4B1-9E8D-E64D-A95C-61591F05320F}">
      <dgm:prSet/>
      <dgm:spPr/>
      <dgm:t>
        <a:bodyPr/>
        <a:lstStyle/>
        <a:p>
          <a:endParaRPr lang="pt-PT"/>
        </a:p>
      </dgm:t>
    </dgm:pt>
    <dgm:pt modelId="{EA52BFA5-31E8-4E41-9E82-90615EE2ED8E}" type="sibTrans" cxnId="{D5FBD4B1-9E8D-E64D-A95C-61591F05320F}">
      <dgm:prSet/>
      <dgm:spPr/>
      <dgm:t>
        <a:bodyPr/>
        <a:lstStyle/>
        <a:p>
          <a:endParaRPr lang="pt-PT"/>
        </a:p>
      </dgm:t>
    </dgm:pt>
    <dgm:pt modelId="{B895797D-E962-474B-A6C2-2C2036CA70F1}">
      <dgm:prSet/>
      <dgm:spPr/>
      <dgm:t>
        <a:bodyPr/>
        <a:lstStyle/>
        <a:p>
          <a:r>
            <a:rPr lang="pt-PT" dirty="0" err="1" smtClean="0"/>
            <a:t>Details</a:t>
          </a:r>
          <a:r>
            <a:rPr lang="pt-PT" dirty="0" smtClean="0"/>
            <a:t> </a:t>
          </a:r>
          <a:r>
            <a:rPr lang="pt-PT" dirty="0" err="1" smtClean="0"/>
            <a:t>tab</a:t>
          </a:r>
          <a:endParaRPr lang="pt-PT" dirty="0"/>
        </a:p>
      </dgm:t>
    </dgm:pt>
    <dgm:pt modelId="{6F21C997-753A-C840-B2D7-614F28EBF800}" type="parTrans" cxnId="{2CAFDC73-CD15-B447-9AA9-5BB1A3F0392F}">
      <dgm:prSet/>
      <dgm:spPr/>
      <dgm:t>
        <a:bodyPr/>
        <a:lstStyle/>
        <a:p>
          <a:endParaRPr lang="pt-PT"/>
        </a:p>
      </dgm:t>
    </dgm:pt>
    <dgm:pt modelId="{FC901D51-40FF-F143-B16B-F3BF3074D604}" type="sibTrans" cxnId="{2CAFDC73-CD15-B447-9AA9-5BB1A3F0392F}">
      <dgm:prSet/>
      <dgm:spPr/>
      <dgm:t>
        <a:bodyPr/>
        <a:lstStyle/>
        <a:p>
          <a:r>
            <a:rPr lang="pt-PT" dirty="0" err="1" smtClean="0"/>
            <a:t>Sent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Delivered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Bounced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Click</a:t>
          </a:r>
          <a:r>
            <a:rPr lang="pt-PT" dirty="0" smtClean="0"/>
            <a:t> rate </a:t>
          </a:r>
          <a:r>
            <a:rPr lang="pt-PT" dirty="0" err="1" smtClean="0"/>
            <a:t>percentage</a:t>
          </a:r>
          <a:endParaRPr lang="pt-PT" dirty="0" smtClean="0"/>
        </a:p>
        <a:p>
          <a:r>
            <a:rPr lang="pt-PT" dirty="0" err="1" smtClean="0"/>
            <a:t>Complaints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Much</a:t>
          </a:r>
          <a:r>
            <a:rPr lang="pt-PT" dirty="0" smtClean="0"/>
            <a:t> more</a:t>
          </a:r>
          <a:endParaRPr lang="pt-PT" dirty="0"/>
        </a:p>
      </dgm:t>
    </dgm:pt>
    <dgm:pt modelId="{8AA93813-E4EF-F244-8FCC-6DB1879E2A62}">
      <dgm:prSet/>
      <dgm:spPr/>
      <dgm:t>
        <a:bodyPr/>
        <a:lstStyle/>
        <a:p>
          <a:r>
            <a:rPr lang="pt-PT" dirty="0" err="1" smtClean="0"/>
            <a:t>Location</a:t>
          </a:r>
          <a:r>
            <a:rPr lang="pt-PT" dirty="0" smtClean="0"/>
            <a:t> </a:t>
          </a:r>
          <a:r>
            <a:rPr lang="pt-PT" dirty="0" err="1" smtClean="0"/>
            <a:t>tab</a:t>
          </a:r>
          <a:endParaRPr lang="pt-PT" dirty="0"/>
        </a:p>
      </dgm:t>
    </dgm:pt>
    <dgm:pt modelId="{6855D660-8E57-D449-9B35-656F539439A9}" type="parTrans" cxnId="{0DA394F1-A672-064E-B43A-FD4951E55284}">
      <dgm:prSet/>
      <dgm:spPr/>
      <dgm:t>
        <a:bodyPr/>
        <a:lstStyle/>
        <a:p>
          <a:endParaRPr lang="pt-PT"/>
        </a:p>
      </dgm:t>
    </dgm:pt>
    <dgm:pt modelId="{BE7443EC-FD32-1942-8530-0F679C99FA09}" type="sibTrans" cxnId="{0DA394F1-A672-064E-B43A-FD4951E55284}">
      <dgm:prSet/>
      <dgm:spPr/>
      <dgm:t>
        <a:bodyPr/>
        <a:lstStyle/>
        <a:p>
          <a:r>
            <a:rPr lang="pt-PT" dirty="0" err="1" smtClean="0"/>
            <a:t>Location</a:t>
          </a:r>
          <a:r>
            <a:rPr lang="pt-PT" dirty="0" smtClean="0"/>
            <a:t> </a:t>
          </a:r>
          <a:r>
            <a:rPr lang="pt-PT" dirty="0" err="1" smtClean="0"/>
            <a:t>of</a:t>
          </a:r>
          <a:r>
            <a:rPr lang="pt-PT" dirty="0" smtClean="0"/>
            <a:t> </a:t>
          </a:r>
          <a:r>
            <a:rPr lang="pt-PT" dirty="0" err="1" smtClean="0"/>
            <a:t>opened</a:t>
          </a:r>
          <a:r>
            <a:rPr lang="pt-PT" dirty="0" smtClean="0"/>
            <a:t> emails</a:t>
          </a:r>
          <a:endParaRPr lang="pt-PT" dirty="0"/>
        </a:p>
      </dgm:t>
    </dgm:pt>
    <dgm:pt modelId="{588B4F3E-9EA6-3945-9FAA-0743077DDCFC}">
      <dgm:prSet/>
      <dgm:spPr/>
      <dgm:t>
        <a:bodyPr/>
        <a:lstStyle/>
        <a:p>
          <a:r>
            <a:rPr lang="pt-PT" dirty="0" err="1" smtClean="0"/>
            <a:t>Tweets</a:t>
          </a:r>
          <a:r>
            <a:rPr lang="pt-PT" dirty="0" smtClean="0"/>
            <a:t> </a:t>
          </a:r>
          <a:r>
            <a:rPr lang="pt-PT" dirty="0" err="1" smtClean="0"/>
            <a:t>tab</a:t>
          </a:r>
          <a:endParaRPr lang="pt-PT" dirty="0"/>
        </a:p>
      </dgm:t>
    </dgm:pt>
    <dgm:pt modelId="{2C2AE65C-A140-8D47-BA89-C51BD028F841}" type="parTrans" cxnId="{E0D3DB44-311B-9949-B9BB-05174E6D2E52}">
      <dgm:prSet/>
      <dgm:spPr/>
      <dgm:t>
        <a:bodyPr/>
        <a:lstStyle/>
        <a:p>
          <a:endParaRPr lang="pt-PT"/>
        </a:p>
      </dgm:t>
    </dgm:pt>
    <dgm:pt modelId="{8A52B1A7-79CE-C64F-BD76-6D6B97F9BF1C}" type="sibTrans" cxnId="{E0D3DB44-311B-9949-B9BB-05174E6D2E52}">
      <dgm:prSet/>
      <dgm:spPr/>
      <dgm:t>
        <a:bodyPr/>
        <a:lstStyle/>
        <a:p>
          <a:r>
            <a:rPr lang="pt-PT" dirty="0" err="1" smtClean="0"/>
            <a:t>Tweets</a:t>
          </a:r>
          <a:r>
            <a:rPr lang="pt-PT" dirty="0" smtClean="0"/>
            <a:t> </a:t>
          </a:r>
          <a:r>
            <a:rPr lang="pt-PT" dirty="0" err="1" smtClean="0"/>
            <a:t>and</a:t>
          </a:r>
          <a:r>
            <a:rPr lang="pt-PT" dirty="0" smtClean="0"/>
            <a:t> </a:t>
          </a:r>
          <a:r>
            <a:rPr lang="pt-PT" dirty="0" err="1" smtClean="0"/>
            <a:t>retweets</a:t>
          </a:r>
          <a:endParaRPr lang="pt-PT" dirty="0"/>
        </a:p>
      </dgm:t>
    </dgm:pt>
    <dgm:pt modelId="{625318BD-3DB6-274A-A7E9-4934B1E6B007}">
      <dgm:prSet/>
      <dgm:spPr/>
      <dgm:t>
        <a:bodyPr/>
        <a:lstStyle/>
        <a:p>
          <a:r>
            <a:rPr lang="pt-PT" dirty="0" err="1" smtClean="0"/>
            <a:t>List</a:t>
          </a:r>
          <a:r>
            <a:rPr lang="pt-PT" dirty="0" smtClean="0"/>
            <a:t> </a:t>
          </a:r>
          <a:r>
            <a:rPr lang="pt-PT" dirty="0" err="1" smtClean="0"/>
            <a:t>all</a:t>
          </a:r>
          <a:r>
            <a:rPr lang="pt-PT" dirty="0" smtClean="0"/>
            <a:t> </a:t>
          </a:r>
          <a:r>
            <a:rPr lang="pt-PT" dirty="0" err="1" smtClean="0"/>
            <a:t>subscriber</a:t>
          </a:r>
          <a:r>
            <a:rPr lang="pt-PT" dirty="0" smtClean="0"/>
            <a:t> </a:t>
          </a:r>
          <a:r>
            <a:rPr lang="pt-PT" dirty="0" err="1" smtClean="0"/>
            <a:t>lists</a:t>
          </a:r>
          <a:endParaRPr lang="pt-PT" dirty="0"/>
        </a:p>
      </dgm:t>
    </dgm:pt>
    <dgm:pt modelId="{9D638420-3D6C-8145-AFF2-6B7448052F8C}" type="parTrans" cxnId="{8719E99A-80C7-1C4A-83FA-6ED37CBBF822}">
      <dgm:prSet/>
      <dgm:spPr/>
      <dgm:t>
        <a:bodyPr/>
        <a:lstStyle/>
        <a:p>
          <a:endParaRPr lang="pt-PT"/>
        </a:p>
      </dgm:t>
    </dgm:pt>
    <dgm:pt modelId="{C90E2B07-3C6D-1247-B631-7CA89B161497}" type="sibTrans" cxnId="{8719E99A-80C7-1C4A-83FA-6ED37CBBF822}">
      <dgm:prSet/>
      <dgm:spPr/>
      <dgm:t>
        <a:bodyPr/>
        <a:lstStyle/>
        <a:p>
          <a:r>
            <a:rPr lang="pt-PT" dirty="0" err="1" smtClean="0"/>
            <a:t>Has</a:t>
          </a:r>
          <a:r>
            <a:rPr lang="pt-PT" dirty="0" smtClean="0"/>
            <a:t> a </a:t>
          </a:r>
          <a:r>
            <a:rPr lang="pt-PT" dirty="0" err="1" smtClean="0"/>
            <a:t>preview</a:t>
          </a:r>
          <a:r>
            <a:rPr lang="pt-PT" dirty="0" smtClean="0"/>
            <a:t> </a:t>
          </a:r>
          <a:r>
            <a:rPr lang="pt-PT" dirty="0" err="1" smtClean="0"/>
            <a:t>of</a:t>
          </a:r>
          <a:r>
            <a:rPr lang="pt-PT" dirty="0" smtClean="0"/>
            <a:t> </a:t>
          </a:r>
          <a:r>
            <a:rPr lang="pt-PT" dirty="0" err="1" smtClean="0"/>
            <a:t>subscribers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r>
            <a:rPr lang="pt-PT" dirty="0" smtClean="0"/>
            <a:t> </a:t>
          </a:r>
          <a:r>
            <a:rPr lang="pt-PT" dirty="0" err="1" smtClean="0"/>
            <a:t>and</a:t>
          </a:r>
          <a:r>
            <a:rPr lang="pt-PT" dirty="0" smtClean="0"/>
            <a:t> </a:t>
          </a:r>
          <a:r>
            <a:rPr lang="pt-PT" dirty="0" err="1" smtClean="0"/>
            <a:t>rating</a:t>
          </a:r>
          <a:endParaRPr lang="pt-PT" dirty="0" smtClean="0"/>
        </a:p>
      </dgm:t>
    </dgm:pt>
    <dgm:pt modelId="{7D744986-FDCD-1342-A753-086D8EAEFAA6}">
      <dgm:prSet/>
      <dgm:spPr/>
      <dgm:t>
        <a:bodyPr/>
        <a:lstStyle/>
        <a:p>
          <a:r>
            <a:rPr lang="pt-PT" dirty="0" smtClean="0"/>
            <a:t>Show </a:t>
          </a:r>
          <a:r>
            <a:rPr lang="pt-PT" dirty="0" err="1" smtClean="0"/>
            <a:t>detailed</a:t>
          </a:r>
          <a:r>
            <a:rPr lang="pt-PT" dirty="0" smtClean="0"/>
            <a:t> </a:t>
          </a:r>
          <a:r>
            <a:rPr lang="pt-PT" dirty="0" err="1" smtClean="0"/>
            <a:t>information</a:t>
          </a:r>
          <a:r>
            <a:rPr lang="pt-PT" dirty="0" smtClean="0"/>
            <a:t> </a:t>
          </a:r>
          <a:r>
            <a:rPr lang="pt-PT" dirty="0" err="1" smtClean="0"/>
            <a:t>on</a:t>
          </a:r>
          <a:r>
            <a:rPr lang="pt-PT" dirty="0" smtClean="0"/>
            <a:t> </a:t>
          </a:r>
          <a:r>
            <a:rPr lang="pt-PT" dirty="0" err="1" smtClean="0"/>
            <a:t>selection</a:t>
          </a:r>
          <a:endParaRPr lang="pt-PT" dirty="0"/>
        </a:p>
      </dgm:t>
    </dgm:pt>
    <dgm:pt modelId="{0877C59B-4CDC-E249-9EB6-E9E9347D91AE}" type="parTrans" cxnId="{CB2E61C2-EB1C-264C-BDA2-7ABD6BE34450}">
      <dgm:prSet/>
      <dgm:spPr/>
      <dgm:t>
        <a:bodyPr/>
        <a:lstStyle/>
        <a:p>
          <a:endParaRPr lang="pt-PT"/>
        </a:p>
      </dgm:t>
    </dgm:pt>
    <dgm:pt modelId="{B9C0D031-A435-034B-ACE0-E6680FA6B353}" type="sibTrans" cxnId="{CB2E61C2-EB1C-264C-BDA2-7ABD6BE34450}">
      <dgm:prSet/>
      <dgm:spPr/>
      <dgm:t>
        <a:bodyPr/>
        <a:lstStyle/>
        <a:p>
          <a:r>
            <a:rPr lang="pt-PT" dirty="0" err="1" smtClean="0"/>
            <a:t>Details</a:t>
          </a:r>
          <a:r>
            <a:rPr lang="pt-PT" dirty="0" smtClean="0"/>
            <a:t>:</a:t>
          </a:r>
        </a:p>
        <a:p>
          <a:r>
            <a:rPr lang="pt-PT" dirty="0" err="1" smtClean="0"/>
            <a:t>Subscribers</a:t>
          </a:r>
          <a:r>
            <a:rPr lang="pt-PT" dirty="0" smtClean="0"/>
            <a:t> </a:t>
          </a:r>
          <a:r>
            <a:rPr lang="pt-PT" dirty="0" err="1" smtClean="0"/>
            <a:t>number</a:t>
          </a:r>
          <a:endParaRPr lang="pt-PT" dirty="0" smtClean="0"/>
        </a:p>
        <a:p>
          <a:r>
            <a:rPr lang="pt-PT" dirty="0" err="1" smtClean="0"/>
            <a:t>Subscribed</a:t>
          </a:r>
          <a:r>
            <a:rPr lang="pt-PT" dirty="0" smtClean="0"/>
            <a:t> </a:t>
          </a:r>
          <a:r>
            <a:rPr lang="pt-PT" dirty="0" err="1" smtClean="0"/>
            <a:t>since</a:t>
          </a:r>
          <a:r>
            <a:rPr lang="pt-PT" dirty="0" smtClean="0"/>
            <a:t> </a:t>
          </a:r>
          <a:r>
            <a:rPr lang="pt-PT" dirty="0" err="1" smtClean="0"/>
            <a:t>last</a:t>
          </a:r>
          <a:r>
            <a:rPr lang="pt-PT" dirty="0" smtClean="0"/>
            <a:t> </a:t>
          </a:r>
          <a:r>
            <a:rPr lang="pt-PT" dirty="0" err="1" smtClean="0"/>
            <a:t>send</a:t>
          </a:r>
          <a:endParaRPr lang="pt-PT" dirty="0" smtClean="0"/>
        </a:p>
        <a:p>
          <a:r>
            <a:rPr lang="pt-PT" dirty="0" err="1" smtClean="0"/>
            <a:t>Unsubscribed</a:t>
          </a:r>
          <a:endParaRPr lang="pt-PT" dirty="0" smtClean="0"/>
        </a:p>
        <a:p>
          <a:r>
            <a:rPr lang="pt-PT" dirty="0" err="1" smtClean="0"/>
            <a:t>Unsubscribed</a:t>
          </a:r>
          <a:r>
            <a:rPr lang="pt-PT" dirty="0" smtClean="0"/>
            <a:t> </a:t>
          </a:r>
          <a:r>
            <a:rPr lang="pt-PT" dirty="0" err="1" smtClean="0"/>
            <a:t>since</a:t>
          </a:r>
          <a:r>
            <a:rPr lang="pt-PT" dirty="0" smtClean="0"/>
            <a:t> </a:t>
          </a:r>
          <a:r>
            <a:rPr lang="pt-PT" dirty="0" err="1" smtClean="0"/>
            <a:t>last</a:t>
          </a:r>
          <a:r>
            <a:rPr lang="pt-PT" dirty="0" smtClean="0"/>
            <a:t> </a:t>
          </a:r>
          <a:r>
            <a:rPr lang="pt-PT" dirty="0" err="1" smtClean="0"/>
            <a:t>send</a:t>
          </a:r>
          <a:endParaRPr lang="pt-PT" dirty="0" smtClean="0"/>
        </a:p>
        <a:p>
          <a:r>
            <a:rPr lang="pt-PT" dirty="0" err="1" smtClean="0"/>
            <a:t>Clened</a:t>
          </a:r>
          <a:endParaRPr lang="pt-PT" dirty="0" smtClean="0"/>
        </a:p>
        <a:p>
          <a:r>
            <a:rPr lang="pt-PT" dirty="0" err="1" smtClean="0"/>
            <a:t>Cleaned</a:t>
          </a:r>
          <a:r>
            <a:rPr lang="pt-PT" dirty="0" smtClean="0"/>
            <a:t> </a:t>
          </a:r>
          <a:r>
            <a:rPr lang="pt-PT" dirty="0" err="1" smtClean="0"/>
            <a:t>since</a:t>
          </a:r>
          <a:r>
            <a:rPr lang="pt-PT" dirty="0" smtClean="0"/>
            <a:t> </a:t>
          </a:r>
          <a:r>
            <a:rPr lang="pt-PT" dirty="0" err="1" smtClean="0"/>
            <a:t>last</a:t>
          </a:r>
          <a:r>
            <a:rPr lang="pt-PT" dirty="0" smtClean="0"/>
            <a:t> </a:t>
          </a:r>
          <a:r>
            <a:rPr lang="pt-PT" dirty="0" err="1" smtClean="0"/>
            <a:t>send</a:t>
          </a:r>
          <a:endParaRPr lang="pt-PT" dirty="0" smtClean="0"/>
        </a:p>
      </dgm:t>
    </dgm:pt>
    <dgm:pt modelId="{54DA1322-87D1-3F49-88F5-2F18B1302386}">
      <dgm:prSet/>
      <dgm:spPr/>
      <dgm:t>
        <a:bodyPr/>
        <a:lstStyle/>
        <a:p>
          <a:r>
            <a:rPr lang="pt-PT" dirty="0" smtClean="0"/>
            <a:t>Show </a:t>
          </a:r>
          <a:r>
            <a:rPr lang="pt-PT" dirty="0" err="1" smtClean="0"/>
            <a:t>all</a:t>
          </a:r>
          <a:r>
            <a:rPr lang="pt-PT" dirty="0" smtClean="0"/>
            <a:t> </a:t>
          </a:r>
          <a:r>
            <a:rPr lang="pt-PT" dirty="0" err="1" smtClean="0"/>
            <a:t>subscribers</a:t>
          </a:r>
          <a:r>
            <a:rPr lang="pt-PT" dirty="0" smtClean="0"/>
            <a:t> </a:t>
          </a:r>
          <a:r>
            <a:rPr lang="pt-PT" dirty="0" err="1" smtClean="0"/>
            <a:t>on</a:t>
          </a:r>
          <a:r>
            <a:rPr lang="pt-PT" dirty="0" smtClean="0"/>
            <a:t> a </a:t>
          </a:r>
          <a:r>
            <a:rPr lang="pt-PT" dirty="0" err="1" smtClean="0"/>
            <a:t>especific</a:t>
          </a:r>
          <a:r>
            <a:rPr lang="pt-PT" dirty="0" smtClean="0"/>
            <a:t> </a:t>
          </a:r>
          <a:r>
            <a:rPr lang="pt-PT" dirty="0" err="1" smtClean="0"/>
            <a:t>list</a:t>
          </a:r>
          <a:endParaRPr lang="pt-PT" dirty="0"/>
        </a:p>
      </dgm:t>
    </dgm:pt>
    <dgm:pt modelId="{69DC96E7-D351-4B4D-8F1D-8BE59C0F7767}" type="parTrans" cxnId="{90B099DE-F43B-2748-81B7-8710EF73570C}">
      <dgm:prSet/>
      <dgm:spPr/>
      <dgm:t>
        <a:bodyPr/>
        <a:lstStyle/>
        <a:p>
          <a:endParaRPr lang="pt-PT"/>
        </a:p>
      </dgm:t>
    </dgm:pt>
    <dgm:pt modelId="{98173159-F768-254B-AB28-03BF4B3E899D}" type="sibTrans" cxnId="{90B099DE-F43B-2748-81B7-8710EF73570C}">
      <dgm:prSet/>
      <dgm:spPr/>
      <dgm:t>
        <a:bodyPr/>
        <a:lstStyle/>
        <a:p>
          <a:endParaRPr lang="pt-PT"/>
        </a:p>
      </dgm:t>
    </dgm:pt>
    <dgm:pt modelId="{92EFA35D-AED4-AC41-9A02-E38FFD05A3AB}">
      <dgm:prSet/>
      <dgm:spPr/>
      <dgm:t>
        <a:bodyPr/>
        <a:lstStyle/>
        <a:p>
          <a:r>
            <a:rPr lang="pt-PT" dirty="0" err="1" smtClean="0"/>
            <a:t>Adds</a:t>
          </a:r>
          <a:r>
            <a:rPr lang="pt-PT" dirty="0" smtClean="0"/>
            <a:t> more </a:t>
          </a:r>
          <a:r>
            <a:rPr lang="pt-PT" dirty="0" err="1" smtClean="0"/>
            <a:t>subscribers</a:t>
          </a:r>
          <a:endParaRPr lang="pt-PT" dirty="0"/>
        </a:p>
      </dgm:t>
    </dgm:pt>
    <dgm:pt modelId="{156E80EE-DC3D-3448-9733-FFA8AECC589E}" type="parTrans" cxnId="{E50C4C68-E512-B348-B4D4-F256081A1BF6}">
      <dgm:prSet/>
      <dgm:spPr/>
      <dgm:t>
        <a:bodyPr/>
        <a:lstStyle/>
        <a:p>
          <a:endParaRPr lang="pt-PT"/>
        </a:p>
      </dgm:t>
    </dgm:pt>
    <dgm:pt modelId="{2CBC163F-BA49-9F4E-945C-703AD927B267}" type="sibTrans" cxnId="{E50C4C68-E512-B348-B4D4-F256081A1BF6}">
      <dgm:prSet/>
      <dgm:spPr/>
      <dgm:t>
        <a:bodyPr/>
        <a:lstStyle/>
        <a:p>
          <a:endParaRPr lang="pt-PT"/>
        </a:p>
      </dgm:t>
    </dgm:pt>
    <dgm:pt modelId="{B37E932D-2179-5B42-850F-AB10AF134389}" type="pres">
      <dgm:prSet presAssocID="{4CE2423B-39DB-D945-82E3-293EAC4DE2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PT"/>
        </a:p>
      </dgm:t>
    </dgm:pt>
    <dgm:pt modelId="{0CB580BA-47D4-624A-A994-369BE620E28C}" type="pres">
      <dgm:prSet presAssocID="{2670821B-B677-2747-9A66-FBD19FDF95CB}" presName="hierRoot1" presStyleCnt="0">
        <dgm:presLayoutVars>
          <dgm:hierBranch val="init"/>
        </dgm:presLayoutVars>
      </dgm:prSet>
      <dgm:spPr/>
    </dgm:pt>
    <dgm:pt modelId="{241A8F90-1DD8-7A4B-B478-9E998ECA49CE}" type="pres">
      <dgm:prSet presAssocID="{2670821B-B677-2747-9A66-FBD19FDF95CB}" presName="rootComposite1" presStyleCnt="0"/>
      <dgm:spPr/>
    </dgm:pt>
    <dgm:pt modelId="{A2E8C35A-3BAD-3C40-82AD-D870F5167047}" type="pres">
      <dgm:prSet presAssocID="{2670821B-B677-2747-9A66-FBD19FDF95CB}" presName="rootText1" presStyleLbl="node0" presStyleIdx="0" presStyleCnt="1" custLinFactY="-135846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96ACCEBD-18E7-B74D-82EC-F05FAF76BAF9}" type="pres">
      <dgm:prSet presAssocID="{2670821B-B677-2747-9A66-FBD19FDF95CB}" presName="titleText1" presStyleLbl="fgAcc0" presStyleIdx="0" presStyleCnt="1" custLinFactY="-500000" custLinFactNeighborY="-507538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119A5D3F-94EC-3A45-93A3-95BABEA0C531}" type="pres">
      <dgm:prSet presAssocID="{2670821B-B677-2747-9A66-FBD19FDF95CB}" presName="rootConnector1" presStyleLbl="node1" presStyleIdx="0" presStyleCnt="15"/>
      <dgm:spPr/>
      <dgm:t>
        <a:bodyPr/>
        <a:lstStyle/>
        <a:p>
          <a:endParaRPr lang="pt-PT"/>
        </a:p>
      </dgm:t>
    </dgm:pt>
    <dgm:pt modelId="{B0241F86-E6F8-9643-944F-16B55FBC323A}" type="pres">
      <dgm:prSet presAssocID="{2670821B-B677-2747-9A66-FBD19FDF95CB}" presName="hierChild2" presStyleCnt="0"/>
      <dgm:spPr/>
    </dgm:pt>
    <dgm:pt modelId="{5E202DC8-7A42-1E4D-B461-A2486E826A1D}" type="pres">
      <dgm:prSet presAssocID="{B76B9AF9-4172-6D4D-B3F0-5FFF431BE892}" presName="Name37" presStyleLbl="parChTrans1D2" presStyleIdx="0" presStyleCnt="5"/>
      <dgm:spPr/>
      <dgm:t>
        <a:bodyPr/>
        <a:lstStyle/>
        <a:p>
          <a:endParaRPr lang="pt-PT"/>
        </a:p>
      </dgm:t>
    </dgm:pt>
    <dgm:pt modelId="{BAE8114C-CFDF-B243-8123-1D47A872E278}" type="pres">
      <dgm:prSet presAssocID="{73C73688-B196-C248-9096-5B4C41A752E6}" presName="hierRoot2" presStyleCnt="0">
        <dgm:presLayoutVars>
          <dgm:hierBranch val="init"/>
        </dgm:presLayoutVars>
      </dgm:prSet>
      <dgm:spPr/>
    </dgm:pt>
    <dgm:pt modelId="{453790F2-8AFB-DB47-BC8D-B2A253D93D79}" type="pres">
      <dgm:prSet presAssocID="{73C73688-B196-C248-9096-5B4C41A752E6}" presName="rootComposite" presStyleCnt="0"/>
      <dgm:spPr/>
    </dgm:pt>
    <dgm:pt modelId="{75E9A8D2-4758-4441-A8C5-5F2A2CD2A1E1}" type="pres">
      <dgm:prSet presAssocID="{73C73688-B196-C248-9096-5B4C41A752E6}" presName="rootText" presStyleLbl="node1" presStyleIdx="0" presStyleCnt="15" custLinFactY="-113362" custLinFactNeighborX="-728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71F5D4AB-77F8-0B4C-BF6D-DF4AD8D079DD}" type="pres">
      <dgm:prSet presAssocID="{73C73688-B196-C248-9096-5B4C41A752E6}" presName="titleText2" presStyleLbl="fgAcc1" presStyleIdx="0" presStyleCnt="15" custLinFactY="-440087" custLinFactNeighborX="-808" custLinFactNeighborY="-500000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0E00CF5F-FADD-594D-B8DF-3D63ABD939D9}" type="pres">
      <dgm:prSet presAssocID="{73C73688-B196-C248-9096-5B4C41A752E6}" presName="rootConnector" presStyleLbl="node2" presStyleIdx="0" presStyleCnt="0"/>
      <dgm:spPr/>
      <dgm:t>
        <a:bodyPr/>
        <a:lstStyle/>
        <a:p>
          <a:endParaRPr lang="pt-PT"/>
        </a:p>
      </dgm:t>
    </dgm:pt>
    <dgm:pt modelId="{5FF39836-B47E-3A4E-8F0F-B79A127D240C}" type="pres">
      <dgm:prSet presAssocID="{73C73688-B196-C248-9096-5B4C41A752E6}" presName="hierChild4" presStyleCnt="0"/>
      <dgm:spPr/>
    </dgm:pt>
    <dgm:pt modelId="{3D51C62D-A2B2-264B-AE5B-4ADC75D45846}" type="pres">
      <dgm:prSet presAssocID="{D1DC92C4-339E-044C-91AC-44AB6BE1808B}" presName="Name37" presStyleLbl="parChTrans1D3" presStyleIdx="0" presStyleCnt="3"/>
      <dgm:spPr/>
      <dgm:t>
        <a:bodyPr/>
        <a:lstStyle/>
        <a:p>
          <a:endParaRPr lang="pt-PT"/>
        </a:p>
      </dgm:t>
    </dgm:pt>
    <dgm:pt modelId="{62998B0F-E4CB-C844-867B-FB8FFFB270B8}" type="pres">
      <dgm:prSet presAssocID="{53C01131-2C6A-1244-9FBD-78A0BC86ED35}" presName="hierRoot2" presStyleCnt="0">
        <dgm:presLayoutVars>
          <dgm:hierBranch val="init"/>
        </dgm:presLayoutVars>
      </dgm:prSet>
      <dgm:spPr/>
    </dgm:pt>
    <dgm:pt modelId="{E7ECE70E-3AC3-7645-88EE-5C4F52841C29}" type="pres">
      <dgm:prSet presAssocID="{53C01131-2C6A-1244-9FBD-78A0BC86ED35}" presName="rootComposite" presStyleCnt="0"/>
      <dgm:spPr/>
    </dgm:pt>
    <dgm:pt modelId="{796A9653-78C1-494B-9370-7AC6ADC2C4FF}" type="pres">
      <dgm:prSet presAssocID="{53C01131-2C6A-1244-9FBD-78A0BC86ED35}" presName="rootText" presStyleLbl="node1" presStyleIdx="1" presStyleCnt="15" custLinFactY="-113362" custLinFactNeighborX="-728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0121114B-7C96-1A49-BDF0-77FABACAA180}" type="pres">
      <dgm:prSet presAssocID="{53C01131-2C6A-1244-9FBD-78A0BC86ED35}" presName="titleText2" presStyleLbl="fgAcc1" presStyleIdx="1" presStyleCnt="15" custScaleY="343587" custLinFactY="-400000" custLinFactNeighborX="-6576" custLinFactNeighborY="-411817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E3AF7521-C56A-D242-A64E-F9A649E4CA06}" type="pres">
      <dgm:prSet presAssocID="{53C01131-2C6A-1244-9FBD-78A0BC86ED35}" presName="rootConnector" presStyleLbl="node3" presStyleIdx="0" presStyleCnt="0"/>
      <dgm:spPr/>
      <dgm:t>
        <a:bodyPr/>
        <a:lstStyle/>
        <a:p>
          <a:endParaRPr lang="pt-PT"/>
        </a:p>
      </dgm:t>
    </dgm:pt>
    <dgm:pt modelId="{4FCCECBF-5B4B-3C48-94C2-51AAB9AF2E2B}" type="pres">
      <dgm:prSet presAssocID="{53C01131-2C6A-1244-9FBD-78A0BC86ED35}" presName="hierChild4" presStyleCnt="0"/>
      <dgm:spPr/>
    </dgm:pt>
    <dgm:pt modelId="{4AFE85F4-52C1-DD4F-BA1E-12FD15000F30}" type="pres">
      <dgm:prSet presAssocID="{53C01131-2C6A-1244-9FBD-78A0BC86ED35}" presName="hierChild5" presStyleCnt="0"/>
      <dgm:spPr/>
    </dgm:pt>
    <dgm:pt modelId="{FBD0E304-933C-2E49-8BFA-C8355EFA82E8}" type="pres">
      <dgm:prSet presAssocID="{73C73688-B196-C248-9096-5B4C41A752E6}" presName="hierChild5" presStyleCnt="0"/>
      <dgm:spPr/>
    </dgm:pt>
    <dgm:pt modelId="{B2D4A009-63EA-564C-BE2E-9A5B9A099B1A}" type="pres">
      <dgm:prSet presAssocID="{45E172EE-6399-E241-A018-B7C4BB275B15}" presName="Name37" presStyleLbl="parChTrans1D2" presStyleIdx="1" presStyleCnt="5"/>
      <dgm:spPr/>
      <dgm:t>
        <a:bodyPr/>
        <a:lstStyle/>
        <a:p>
          <a:endParaRPr lang="pt-PT"/>
        </a:p>
      </dgm:t>
    </dgm:pt>
    <dgm:pt modelId="{4905C8D0-ADD2-694D-92D8-37737C4599C4}" type="pres">
      <dgm:prSet presAssocID="{E7597CF0-B074-1A41-9D1C-9FE7992A0649}" presName="hierRoot2" presStyleCnt="0">
        <dgm:presLayoutVars>
          <dgm:hierBranch val="init"/>
        </dgm:presLayoutVars>
      </dgm:prSet>
      <dgm:spPr/>
    </dgm:pt>
    <dgm:pt modelId="{D3EE1DE6-EF8F-874F-92B6-6546C1E2C11F}" type="pres">
      <dgm:prSet presAssocID="{E7597CF0-B074-1A41-9D1C-9FE7992A0649}" presName="rootComposite" presStyleCnt="0"/>
      <dgm:spPr/>
    </dgm:pt>
    <dgm:pt modelId="{32739360-1153-BB4E-A9BF-CA435DECEBC8}" type="pres">
      <dgm:prSet presAssocID="{E7597CF0-B074-1A41-9D1C-9FE7992A0649}" presName="rootText" presStyleLbl="node1" presStyleIdx="2" presStyleCnt="15" custLinFactY="-114768" custLinFactNeighborX="-10914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D11A5F7E-ED33-FA46-8B5F-1045E85CE552}" type="pres">
      <dgm:prSet presAssocID="{E7597CF0-B074-1A41-9D1C-9FE7992A0649}" presName="titleText2" presStyleLbl="fgAcc1" presStyleIdx="2" presStyleCnt="15" custLinFactY="-444303" custLinFactNeighborX="-12126" custLinFactNeighborY="-500000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5E0DD6EE-69BC-C74B-8C24-6642E84E4FF3}" type="pres">
      <dgm:prSet presAssocID="{E7597CF0-B074-1A41-9D1C-9FE7992A0649}" presName="rootConnector" presStyleLbl="node2" presStyleIdx="0" presStyleCnt="0"/>
      <dgm:spPr/>
      <dgm:t>
        <a:bodyPr/>
        <a:lstStyle/>
        <a:p>
          <a:endParaRPr lang="pt-PT"/>
        </a:p>
      </dgm:t>
    </dgm:pt>
    <dgm:pt modelId="{B24FE844-4062-9440-B95D-3BF6411209BE}" type="pres">
      <dgm:prSet presAssocID="{E7597CF0-B074-1A41-9D1C-9FE7992A0649}" presName="hierChild4" presStyleCnt="0"/>
      <dgm:spPr/>
    </dgm:pt>
    <dgm:pt modelId="{12F5AB21-DEBA-6D43-909D-144E7BBE3C16}" type="pres">
      <dgm:prSet presAssocID="{BB9CE70B-BD36-F747-AA39-18595038DD4B}" presName="Name37" presStyleLbl="parChTrans1D3" presStyleIdx="1" presStyleCnt="3"/>
      <dgm:spPr/>
      <dgm:t>
        <a:bodyPr/>
        <a:lstStyle/>
        <a:p>
          <a:endParaRPr lang="pt-PT"/>
        </a:p>
      </dgm:t>
    </dgm:pt>
    <dgm:pt modelId="{0F86B641-C84F-B849-A7B5-08D0FB65AD8A}" type="pres">
      <dgm:prSet presAssocID="{35412D43-F913-684D-9529-D79297AEE95F}" presName="hierRoot2" presStyleCnt="0">
        <dgm:presLayoutVars>
          <dgm:hierBranch val="init"/>
        </dgm:presLayoutVars>
      </dgm:prSet>
      <dgm:spPr/>
    </dgm:pt>
    <dgm:pt modelId="{1B0BBFD2-2901-924A-B9BA-459C8DB93953}" type="pres">
      <dgm:prSet presAssocID="{35412D43-F913-684D-9529-D79297AEE95F}" presName="rootComposite" presStyleCnt="0"/>
      <dgm:spPr/>
    </dgm:pt>
    <dgm:pt modelId="{606521C8-341E-2047-B55A-B30B4E9B5D0D}" type="pres">
      <dgm:prSet presAssocID="{35412D43-F913-684D-9529-D79297AEE95F}" presName="rootText" presStyleLbl="node1" presStyleIdx="3" presStyleCnt="15" custLinFactY="-127415" custLinFactNeighborX="-1455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21C51C96-8E57-4643-AFB3-E4AFBA51E0E9}" type="pres">
      <dgm:prSet presAssocID="{35412D43-F913-684D-9529-D79297AEE95F}" presName="titleText2" presStyleLbl="fgAcc1" presStyleIdx="3" presStyleCnt="15" custScaleY="369310" custLinFactY="-400000" custLinFactNeighborX="-700" custLinFactNeighborY="-423469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BE31DC75-DF5C-0440-9A57-D280FE6D88E1}" type="pres">
      <dgm:prSet presAssocID="{35412D43-F913-684D-9529-D79297AEE95F}" presName="rootConnector" presStyleLbl="node3" presStyleIdx="0" presStyleCnt="0"/>
      <dgm:spPr/>
      <dgm:t>
        <a:bodyPr/>
        <a:lstStyle/>
        <a:p>
          <a:endParaRPr lang="pt-PT"/>
        </a:p>
      </dgm:t>
    </dgm:pt>
    <dgm:pt modelId="{5C8E7206-4B9B-2D4B-9FC1-2A58108ED1C7}" type="pres">
      <dgm:prSet presAssocID="{35412D43-F913-684D-9529-D79297AEE95F}" presName="hierChild4" presStyleCnt="0"/>
      <dgm:spPr/>
    </dgm:pt>
    <dgm:pt modelId="{E0F3897D-697C-F74B-B5A4-FCCB45C868A2}" type="pres">
      <dgm:prSet presAssocID="{6F21C997-753A-C840-B2D7-614F28EBF800}" presName="Name37" presStyleLbl="parChTrans1D4" presStyleIdx="0" presStyleCnt="7"/>
      <dgm:spPr/>
      <dgm:t>
        <a:bodyPr/>
        <a:lstStyle/>
        <a:p>
          <a:endParaRPr lang="pt-PT"/>
        </a:p>
      </dgm:t>
    </dgm:pt>
    <dgm:pt modelId="{5577DCDE-710D-1442-B110-34A24A4F0DAB}" type="pres">
      <dgm:prSet presAssocID="{B895797D-E962-474B-A6C2-2C2036CA70F1}" presName="hierRoot2" presStyleCnt="0">
        <dgm:presLayoutVars>
          <dgm:hierBranch val="init"/>
        </dgm:presLayoutVars>
      </dgm:prSet>
      <dgm:spPr/>
    </dgm:pt>
    <dgm:pt modelId="{895A0384-DB45-CD49-9637-BC38408E921D}" type="pres">
      <dgm:prSet presAssocID="{B895797D-E962-474B-A6C2-2C2036CA70F1}" presName="rootComposite" presStyleCnt="0"/>
      <dgm:spPr/>
    </dgm:pt>
    <dgm:pt modelId="{1A976E49-657F-704F-A3F6-D1AE66B7B36F}" type="pres">
      <dgm:prSet presAssocID="{B895797D-E962-474B-A6C2-2C2036CA70F1}" presName="rootText" presStyleLbl="node1" presStyleIdx="4" presStyleCnt="15" custLinFactY="-100000" custLinFactNeighborY="-131228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406778AF-E5B2-C144-B983-7ADB125DEE4B}" type="pres">
      <dgm:prSet presAssocID="{B895797D-E962-474B-A6C2-2C2036CA70F1}" presName="titleText2" presStyleLbl="fgAcc1" presStyleIdx="4" presStyleCnt="15" custScaleY="470078" custLinFactY="-200000" custLinFactNeighborX="917" custLinFactNeighborY="-287971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4B44677E-7F24-7442-917D-7B058416584A}" type="pres">
      <dgm:prSet presAssocID="{B895797D-E962-474B-A6C2-2C2036CA70F1}" presName="rootConnector" presStyleLbl="node4" presStyleIdx="0" presStyleCnt="0"/>
      <dgm:spPr/>
      <dgm:t>
        <a:bodyPr/>
        <a:lstStyle/>
        <a:p>
          <a:endParaRPr lang="pt-PT"/>
        </a:p>
      </dgm:t>
    </dgm:pt>
    <dgm:pt modelId="{207A947E-1374-AC46-80BB-FA2E6ACF44C9}" type="pres">
      <dgm:prSet presAssocID="{B895797D-E962-474B-A6C2-2C2036CA70F1}" presName="hierChild4" presStyleCnt="0"/>
      <dgm:spPr/>
    </dgm:pt>
    <dgm:pt modelId="{2BDAE958-0ED2-114A-910A-A622C361A590}" type="pres">
      <dgm:prSet presAssocID="{B895797D-E962-474B-A6C2-2C2036CA70F1}" presName="hierChild5" presStyleCnt="0"/>
      <dgm:spPr/>
    </dgm:pt>
    <dgm:pt modelId="{D6858957-0E72-E54D-B2E8-90C2B6F7E768}" type="pres">
      <dgm:prSet presAssocID="{6855D660-8E57-D449-9B35-656F539439A9}" presName="Name37" presStyleLbl="parChTrans1D4" presStyleIdx="1" presStyleCnt="7"/>
      <dgm:spPr/>
      <dgm:t>
        <a:bodyPr/>
        <a:lstStyle/>
        <a:p>
          <a:endParaRPr lang="pt-PT"/>
        </a:p>
      </dgm:t>
    </dgm:pt>
    <dgm:pt modelId="{89BE555E-F8D6-514D-9AAD-6E3426F267C5}" type="pres">
      <dgm:prSet presAssocID="{8AA93813-E4EF-F244-8FCC-6DB1879E2A62}" presName="hierRoot2" presStyleCnt="0">
        <dgm:presLayoutVars>
          <dgm:hierBranch val="init"/>
        </dgm:presLayoutVars>
      </dgm:prSet>
      <dgm:spPr/>
    </dgm:pt>
    <dgm:pt modelId="{B6C4A07F-CAF4-ED4C-B45B-26DE802E8CA6}" type="pres">
      <dgm:prSet presAssocID="{8AA93813-E4EF-F244-8FCC-6DB1879E2A62}" presName="rootComposite" presStyleCnt="0"/>
      <dgm:spPr/>
    </dgm:pt>
    <dgm:pt modelId="{82F3A7F2-541D-4B43-A34B-CCD5A4DBFB70}" type="pres">
      <dgm:prSet presAssocID="{8AA93813-E4EF-F244-8FCC-6DB1879E2A62}" presName="rootText" presStyleLbl="node1" presStyleIdx="5" presStyleCnt="15" custLinFactY="-100000" custLinFactNeighborY="-131228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B26A8303-EB25-7A41-A0B0-5DF6BB2210B7}" type="pres">
      <dgm:prSet presAssocID="{8AA93813-E4EF-F244-8FCC-6DB1879E2A62}" presName="titleText2" presStyleLbl="fgAcc1" presStyleIdx="5" presStyleCnt="15" custLinFactY="-300000" custLinFactNeighborY="-393685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E294BF9D-7580-454F-B4D1-CF0F1784BE22}" type="pres">
      <dgm:prSet presAssocID="{8AA93813-E4EF-F244-8FCC-6DB1879E2A62}" presName="rootConnector" presStyleLbl="node4" presStyleIdx="0" presStyleCnt="0"/>
      <dgm:spPr/>
      <dgm:t>
        <a:bodyPr/>
        <a:lstStyle/>
        <a:p>
          <a:endParaRPr lang="pt-PT"/>
        </a:p>
      </dgm:t>
    </dgm:pt>
    <dgm:pt modelId="{80657CE9-B2C4-D04E-9A3A-7A70D6939F6B}" type="pres">
      <dgm:prSet presAssocID="{8AA93813-E4EF-F244-8FCC-6DB1879E2A62}" presName="hierChild4" presStyleCnt="0"/>
      <dgm:spPr/>
    </dgm:pt>
    <dgm:pt modelId="{C10A2C07-8B60-7E40-911C-D8C5A0E2C31B}" type="pres">
      <dgm:prSet presAssocID="{8AA93813-E4EF-F244-8FCC-6DB1879E2A62}" presName="hierChild5" presStyleCnt="0"/>
      <dgm:spPr/>
    </dgm:pt>
    <dgm:pt modelId="{939116D0-134C-2246-9B81-031E59E19302}" type="pres">
      <dgm:prSet presAssocID="{2C2AE65C-A140-8D47-BA89-C51BD028F841}" presName="Name37" presStyleLbl="parChTrans1D4" presStyleIdx="2" presStyleCnt="7"/>
      <dgm:spPr/>
      <dgm:t>
        <a:bodyPr/>
        <a:lstStyle/>
        <a:p>
          <a:endParaRPr lang="pt-PT"/>
        </a:p>
      </dgm:t>
    </dgm:pt>
    <dgm:pt modelId="{B9FCC39B-DD1B-FA41-A213-308E369A74E7}" type="pres">
      <dgm:prSet presAssocID="{588B4F3E-9EA6-3945-9FAA-0743077DDCFC}" presName="hierRoot2" presStyleCnt="0">
        <dgm:presLayoutVars>
          <dgm:hierBranch val="init"/>
        </dgm:presLayoutVars>
      </dgm:prSet>
      <dgm:spPr/>
    </dgm:pt>
    <dgm:pt modelId="{FE62AE06-4B67-8F4F-B32A-A4066AFA0F4A}" type="pres">
      <dgm:prSet presAssocID="{588B4F3E-9EA6-3945-9FAA-0743077DDCFC}" presName="rootComposite" presStyleCnt="0"/>
      <dgm:spPr/>
    </dgm:pt>
    <dgm:pt modelId="{AC491496-2DE1-3F48-BDD1-5BD64231F7BE}" type="pres">
      <dgm:prSet presAssocID="{588B4F3E-9EA6-3945-9FAA-0743077DDCFC}" presName="rootText" presStyleLbl="node1" presStyleIdx="6" presStyleCnt="15" custLinFactY="-100000" custLinFactNeighborY="-131228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6398F939-A6C4-EB45-93EB-1867F610E593}" type="pres">
      <dgm:prSet presAssocID="{588B4F3E-9EA6-3945-9FAA-0743077DDCFC}" presName="titleText2" presStyleLbl="fgAcc1" presStyleIdx="6" presStyleCnt="15" custLinFactY="-300000" custLinFactNeighborY="-393685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3CE570C9-0930-004F-AA7E-F978360FA32E}" type="pres">
      <dgm:prSet presAssocID="{588B4F3E-9EA6-3945-9FAA-0743077DDCFC}" presName="rootConnector" presStyleLbl="node4" presStyleIdx="0" presStyleCnt="0"/>
      <dgm:spPr/>
      <dgm:t>
        <a:bodyPr/>
        <a:lstStyle/>
        <a:p>
          <a:endParaRPr lang="pt-PT"/>
        </a:p>
      </dgm:t>
    </dgm:pt>
    <dgm:pt modelId="{6C8232AC-1A85-7F49-AF10-2E241ED978C0}" type="pres">
      <dgm:prSet presAssocID="{588B4F3E-9EA6-3945-9FAA-0743077DDCFC}" presName="hierChild4" presStyleCnt="0"/>
      <dgm:spPr/>
    </dgm:pt>
    <dgm:pt modelId="{7522537D-79CA-9A40-B022-59462AE29094}" type="pres">
      <dgm:prSet presAssocID="{588B4F3E-9EA6-3945-9FAA-0743077DDCFC}" presName="hierChild5" presStyleCnt="0"/>
      <dgm:spPr/>
    </dgm:pt>
    <dgm:pt modelId="{8945D730-3DCF-814E-B273-997539F61AC4}" type="pres">
      <dgm:prSet presAssocID="{31ACB083-050C-524F-92EA-D389D183689E}" presName="Name37" presStyleLbl="parChTrans1D4" presStyleIdx="3" presStyleCnt="7"/>
      <dgm:spPr/>
      <dgm:t>
        <a:bodyPr/>
        <a:lstStyle/>
        <a:p>
          <a:endParaRPr lang="pt-PT"/>
        </a:p>
      </dgm:t>
    </dgm:pt>
    <dgm:pt modelId="{353159AD-695F-5741-ABD1-B19B07A54024}" type="pres">
      <dgm:prSet presAssocID="{76BC3B27-B588-7041-8223-4022621A3FE5}" presName="hierRoot2" presStyleCnt="0">
        <dgm:presLayoutVars>
          <dgm:hierBranch val="init"/>
        </dgm:presLayoutVars>
      </dgm:prSet>
      <dgm:spPr/>
    </dgm:pt>
    <dgm:pt modelId="{F6E1890C-DA1E-0C4D-92FA-4AE08F7E51EF}" type="pres">
      <dgm:prSet presAssocID="{76BC3B27-B588-7041-8223-4022621A3FE5}" presName="rootComposite" presStyleCnt="0"/>
      <dgm:spPr/>
    </dgm:pt>
    <dgm:pt modelId="{8D0E0148-DCF0-4F40-AF8B-0F41998CA709}" type="pres">
      <dgm:prSet presAssocID="{76BC3B27-B588-7041-8223-4022621A3FE5}" presName="rootText" presStyleLbl="node1" presStyleIdx="7" presStyleCnt="15" custLinFactY="-100000" custLinFactNeighborX="-6688" custLinFactNeighborY="-130701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8651B497-0DA5-F344-8EE5-A66E97642304}" type="pres">
      <dgm:prSet presAssocID="{76BC3B27-B588-7041-8223-4022621A3FE5}" presName="titleText2" presStyleLbl="fgAcc1" presStyleIdx="7" presStyleCnt="15" custLinFactY="-300000" custLinFactNeighborX="-9267" custLinFactNeighborY="-392104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57D2EDD2-2B74-4749-9E67-6C20F9151467}" type="pres">
      <dgm:prSet presAssocID="{76BC3B27-B588-7041-8223-4022621A3FE5}" presName="rootConnector" presStyleLbl="node4" presStyleIdx="0" presStyleCnt="0"/>
      <dgm:spPr/>
      <dgm:t>
        <a:bodyPr/>
        <a:lstStyle/>
        <a:p>
          <a:endParaRPr lang="pt-PT"/>
        </a:p>
      </dgm:t>
    </dgm:pt>
    <dgm:pt modelId="{BE74F212-3D42-B843-8362-E50EAC5D1A69}" type="pres">
      <dgm:prSet presAssocID="{76BC3B27-B588-7041-8223-4022621A3FE5}" presName="hierChild4" presStyleCnt="0"/>
      <dgm:spPr/>
    </dgm:pt>
    <dgm:pt modelId="{E71005B8-FEB5-9A40-A006-43704100DE9E}" type="pres">
      <dgm:prSet presAssocID="{76BC3B27-B588-7041-8223-4022621A3FE5}" presName="hierChild5" presStyleCnt="0"/>
      <dgm:spPr/>
    </dgm:pt>
    <dgm:pt modelId="{14C3EF33-D19C-1D4D-9974-34BB7F168F0E}" type="pres">
      <dgm:prSet presAssocID="{35412D43-F913-684D-9529-D79297AEE95F}" presName="hierChild5" presStyleCnt="0"/>
      <dgm:spPr/>
    </dgm:pt>
    <dgm:pt modelId="{E5DDB507-742A-FA4B-806A-E4111C8C8028}" type="pres">
      <dgm:prSet presAssocID="{E7597CF0-B074-1A41-9D1C-9FE7992A0649}" presName="hierChild5" presStyleCnt="0"/>
      <dgm:spPr/>
    </dgm:pt>
    <dgm:pt modelId="{14E559AE-9288-E94D-9E4A-D5397630EBC7}" type="pres">
      <dgm:prSet presAssocID="{E264A890-BCF1-CC4F-93B4-BB4986A8796A}" presName="Name37" presStyleLbl="parChTrans1D2" presStyleIdx="2" presStyleCnt="5"/>
      <dgm:spPr/>
      <dgm:t>
        <a:bodyPr/>
        <a:lstStyle/>
        <a:p>
          <a:endParaRPr lang="pt-PT"/>
        </a:p>
      </dgm:t>
    </dgm:pt>
    <dgm:pt modelId="{62EE8D6C-2533-F54C-B57D-3DCC4811F1D8}" type="pres">
      <dgm:prSet presAssocID="{1FDA80EF-CEE0-3B4F-9E9B-9453788B0751}" presName="hierRoot2" presStyleCnt="0">
        <dgm:presLayoutVars>
          <dgm:hierBranch val="init"/>
        </dgm:presLayoutVars>
      </dgm:prSet>
      <dgm:spPr/>
    </dgm:pt>
    <dgm:pt modelId="{54DB449A-22F1-2344-BD0D-EB2C6B1BF9B4}" type="pres">
      <dgm:prSet presAssocID="{1FDA80EF-CEE0-3B4F-9E9B-9453788B0751}" presName="rootComposite" presStyleCnt="0"/>
      <dgm:spPr/>
    </dgm:pt>
    <dgm:pt modelId="{8638B934-2E5F-3141-8758-1DB97F2F0F33}" type="pres">
      <dgm:prSet presAssocID="{1FDA80EF-CEE0-3B4F-9E9B-9453788B0751}" presName="rootText" presStyleLbl="node1" presStyleIdx="8" presStyleCnt="15" custLinFactY="-115747" custLinFactNeighborX="-2477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66E6BF7C-C219-C043-BB34-BC47F6C2D679}" type="pres">
      <dgm:prSet presAssocID="{1FDA80EF-CEE0-3B4F-9E9B-9453788B0751}" presName="titleText2" presStyleLbl="fgAcc1" presStyleIdx="8" presStyleCnt="15" custLinFactY="-447240" custLinFactNeighborX="-2752" custLinFactNeighborY="-500000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1B56A4E1-BD2B-F442-80F9-9B636CAF8C2E}" type="pres">
      <dgm:prSet presAssocID="{1FDA80EF-CEE0-3B4F-9E9B-9453788B0751}" presName="rootConnector" presStyleLbl="node2" presStyleIdx="0" presStyleCnt="0"/>
      <dgm:spPr/>
      <dgm:t>
        <a:bodyPr/>
        <a:lstStyle/>
        <a:p>
          <a:endParaRPr lang="pt-PT"/>
        </a:p>
      </dgm:t>
    </dgm:pt>
    <dgm:pt modelId="{4F405C5A-5442-7F4F-A43A-2AFA785CE1C1}" type="pres">
      <dgm:prSet presAssocID="{1FDA80EF-CEE0-3B4F-9E9B-9453788B0751}" presName="hierChild4" presStyleCnt="0"/>
      <dgm:spPr/>
    </dgm:pt>
    <dgm:pt modelId="{7DB94D2D-985D-5C43-A6E0-FAAEDC273BA4}" type="pres">
      <dgm:prSet presAssocID="{9D638420-3D6C-8145-AFF2-6B7448052F8C}" presName="Name37" presStyleLbl="parChTrans1D3" presStyleIdx="2" presStyleCnt="3"/>
      <dgm:spPr/>
      <dgm:t>
        <a:bodyPr/>
        <a:lstStyle/>
        <a:p>
          <a:endParaRPr lang="pt-PT"/>
        </a:p>
      </dgm:t>
    </dgm:pt>
    <dgm:pt modelId="{387214C9-AA59-9C4F-9528-D4974950EFCF}" type="pres">
      <dgm:prSet presAssocID="{625318BD-3DB6-274A-A7E9-4934B1E6B007}" presName="hierRoot2" presStyleCnt="0">
        <dgm:presLayoutVars>
          <dgm:hierBranch val="init"/>
        </dgm:presLayoutVars>
      </dgm:prSet>
      <dgm:spPr/>
    </dgm:pt>
    <dgm:pt modelId="{FDC1081A-B429-A945-8411-3A5D24EB3A29}" type="pres">
      <dgm:prSet presAssocID="{625318BD-3DB6-274A-A7E9-4934B1E6B007}" presName="rootComposite" presStyleCnt="0"/>
      <dgm:spPr/>
    </dgm:pt>
    <dgm:pt modelId="{7A774636-7B60-A449-8BD5-14E0E46DEEC1}" type="pres">
      <dgm:prSet presAssocID="{625318BD-3DB6-274A-A7E9-4934B1E6B007}" presName="rootText" presStyleLbl="node1" presStyleIdx="9" presStyleCnt="15" custLinFactY="-100000" custLinFactNeighborX="-7431" custLinFactNeighborY="-177475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075E499B-5B8A-8A41-B964-2CCA4FC18204}" type="pres">
      <dgm:prSet presAssocID="{625318BD-3DB6-274A-A7E9-4934B1E6B007}" presName="titleText2" presStyleLbl="fgAcc1" presStyleIdx="9" presStyleCnt="15" custScaleY="158412" custLinFactY="-400000" custLinFactNeighborX="-9174" custLinFactNeighborY="-413288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69D80B77-C4C3-634C-9306-E7564BFE6371}" type="pres">
      <dgm:prSet presAssocID="{625318BD-3DB6-274A-A7E9-4934B1E6B007}" presName="rootConnector" presStyleLbl="node3" presStyleIdx="0" presStyleCnt="0"/>
      <dgm:spPr/>
      <dgm:t>
        <a:bodyPr/>
        <a:lstStyle/>
        <a:p>
          <a:endParaRPr lang="pt-PT"/>
        </a:p>
      </dgm:t>
    </dgm:pt>
    <dgm:pt modelId="{6D4EBDFF-D69F-E042-A92C-24EC473200C0}" type="pres">
      <dgm:prSet presAssocID="{625318BD-3DB6-274A-A7E9-4934B1E6B007}" presName="hierChild4" presStyleCnt="0"/>
      <dgm:spPr/>
    </dgm:pt>
    <dgm:pt modelId="{A8C57FA3-12BA-7546-B62B-85F9DB9778CB}" type="pres">
      <dgm:prSet presAssocID="{0877C59B-4CDC-E249-9EB6-E9E9347D91AE}" presName="Name37" presStyleLbl="parChTrans1D4" presStyleIdx="4" presStyleCnt="7"/>
      <dgm:spPr/>
      <dgm:t>
        <a:bodyPr/>
        <a:lstStyle/>
        <a:p>
          <a:endParaRPr lang="pt-PT"/>
        </a:p>
      </dgm:t>
    </dgm:pt>
    <dgm:pt modelId="{92063F2D-9435-C946-9792-4240B459AFDC}" type="pres">
      <dgm:prSet presAssocID="{7D744986-FDCD-1342-A753-086D8EAEFAA6}" presName="hierRoot2" presStyleCnt="0">
        <dgm:presLayoutVars>
          <dgm:hierBranch val="init"/>
        </dgm:presLayoutVars>
      </dgm:prSet>
      <dgm:spPr/>
    </dgm:pt>
    <dgm:pt modelId="{870058C2-6985-8F40-81D9-7800595BCA61}" type="pres">
      <dgm:prSet presAssocID="{7D744986-FDCD-1342-A753-086D8EAEFAA6}" presName="rootComposite" presStyleCnt="0"/>
      <dgm:spPr/>
    </dgm:pt>
    <dgm:pt modelId="{E43FA327-39DA-7B49-8AC9-8872F5FA70A8}" type="pres">
      <dgm:prSet presAssocID="{7D744986-FDCD-1342-A753-086D8EAEFAA6}" presName="rootText" presStyleLbl="node1" presStyleIdx="10" presStyleCnt="15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1328A88C-60B8-4B43-8B35-D20ABC9559B2}" type="pres">
      <dgm:prSet presAssocID="{7D744986-FDCD-1342-A753-086D8EAEFAA6}" presName="titleText2" presStyleLbl="fgAcc1" presStyleIdx="10" presStyleCnt="15" custScaleY="502431" custLinFactY="100000" custLinFactNeighborX="917" custLinFactNeighborY="129634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09B97AD3-6469-2B48-90F4-823E29BCA293}" type="pres">
      <dgm:prSet presAssocID="{7D744986-FDCD-1342-A753-086D8EAEFAA6}" presName="rootConnector" presStyleLbl="node4" presStyleIdx="0" presStyleCnt="0"/>
      <dgm:spPr/>
      <dgm:t>
        <a:bodyPr/>
        <a:lstStyle/>
        <a:p>
          <a:endParaRPr lang="pt-PT"/>
        </a:p>
      </dgm:t>
    </dgm:pt>
    <dgm:pt modelId="{8B6B504F-0A83-6C41-8C9D-30FC67BF7692}" type="pres">
      <dgm:prSet presAssocID="{7D744986-FDCD-1342-A753-086D8EAEFAA6}" presName="hierChild4" presStyleCnt="0"/>
      <dgm:spPr/>
    </dgm:pt>
    <dgm:pt modelId="{28BF16AB-8AD4-D44C-890F-E70AFFA67A35}" type="pres">
      <dgm:prSet presAssocID="{7D744986-FDCD-1342-A753-086D8EAEFAA6}" presName="hierChild5" presStyleCnt="0"/>
      <dgm:spPr/>
    </dgm:pt>
    <dgm:pt modelId="{B3A31527-5779-E144-97DF-5B11C1A66824}" type="pres">
      <dgm:prSet presAssocID="{69DC96E7-D351-4B4D-8F1D-8BE59C0F7767}" presName="Name37" presStyleLbl="parChTrans1D4" presStyleIdx="5" presStyleCnt="7"/>
      <dgm:spPr/>
      <dgm:t>
        <a:bodyPr/>
        <a:lstStyle/>
        <a:p>
          <a:endParaRPr lang="pt-PT"/>
        </a:p>
      </dgm:t>
    </dgm:pt>
    <dgm:pt modelId="{AF33657D-5002-FF44-8C8B-43D9515750ED}" type="pres">
      <dgm:prSet presAssocID="{54DA1322-87D1-3F49-88F5-2F18B1302386}" presName="hierRoot2" presStyleCnt="0">
        <dgm:presLayoutVars>
          <dgm:hierBranch val="init"/>
        </dgm:presLayoutVars>
      </dgm:prSet>
      <dgm:spPr/>
    </dgm:pt>
    <dgm:pt modelId="{67E67E94-FCD6-7C41-B5EC-D6C84A7ED7A4}" type="pres">
      <dgm:prSet presAssocID="{54DA1322-87D1-3F49-88F5-2F18B1302386}" presName="rootComposite" presStyleCnt="0"/>
      <dgm:spPr/>
    </dgm:pt>
    <dgm:pt modelId="{CAB5A401-2276-A347-81B0-43CED99B73E4}" type="pres">
      <dgm:prSet presAssocID="{54DA1322-87D1-3F49-88F5-2F18B1302386}" presName="rootText" presStyleLbl="node1" presStyleIdx="11" presStyleCnt="15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DFB40A3D-D0B5-4749-9195-235FD1EAEF4F}" type="pres">
      <dgm:prSet presAssocID="{54DA1322-87D1-3F49-88F5-2F18B1302386}" presName="titleText2" presStyleLbl="fgAcc1" presStyleIdx="11" presStyleCnt="15" custLinFactNeighborX="-2753" custLinFactNeighborY="33488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191C392B-176D-1E4B-893E-D0CF4B29A87A}" type="pres">
      <dgm:prSet presAssocID="{54DA1322-87D1-3F49-88F5-2F18B1302386}" presName="rootConnector" presStyleLbl="node4" presStyleIdx="0" presStyleCnt="0"/>
      <dgm:spPr/>
      <dgm:t>
        <a:bodyPr/>
        <a:lstStyle/>
        <a:p>
          <a:endParaRPr lang="pt-PT"/>
        </a:p>
      </dgm:t>
    </dgm:pt>
    <dgm:pt modelId="{C0F49CA8-AB18-064C-91DF-246CDB643F33}" type="pres">
      <dgm:prSet presAssocID="{54DA1322-87D1-3F49-88F5-2F18B1302386}" presName="hierChild4" presStyleCnt="0"/>
      <dgm:spPr/>
    </dgm:pt>
    <dgm:pt modelId="{976A02CC-16E9-D342-BE2B-8A80ED14A990}" type="pres">
      <dgm:prSet presAssocID="{54DA1322-87D1-3F49-88F5-2F18B1302386}" presName="hierChild5" presStyleCnt="0"/>
      <dgm:spPr/>
    </dgm:pt>
    <dgm:pt modelId="{CFD047BD-1C1B-9F46-B48D-BFCF65CD176C}" type="pres">
      <dgm:prSet presAssocID="{156E80EE-DC3D-3448-9733-FFA8AECC589E}" presName="Name37" presStyleLbl="parChTrans1D4" presStyleIdx="6" presStyleCnt="7"/>
      <dgm:spPr/>
      <dgm:t>
        <a:bodyPr/>
        <a:lstStyle/>
        <a:p>
          <a:endParaRPr lang="pt-PT"/>
        </a:p>
      </dgm:t>
    </dgm:pt>
    <dgm:pt modelId="{587008C1-F0EC-9449-8356-BFD816A373C4}" type="pres">
      <dgm:prSet presAssocID="{92EFA35D-AED4-AC41-9A02-E38FFD05A3AB}" presName="hierRoot2" presStyleCnt="0">
        <dgm:presLayoutVars>
          <dgm:hierBranch val="init"/>
        </dgm:presLayoutVars>
      </dgm:prSet>
      <dgm:spPr/>
    </dgm:pt>
    <dgm:pt modelId="{47DDC221-3545-AE4A-94A5-447FA886C6F6}" type="pres">
      <dgm:prSet presAssocID="{92EFA35D-AED4-AC41-9A02-E38FFD05A3AB}" presName="rootComposite" presStyleCnt="0"/>
      <dgm:spPr/>
    </dgm:pt>
    <dgm:pt modelId="{8695BDCF-52AC-9441-85DD-2B9C4C2089FE}" type="pres">
      <dgm:prSet presAssocID="{92EFA35D-AED4-AC41-9A02-E38FFD05A3AB}" presName="rootText" presStyleLbl="node1" presStyleIdx="12" presStyleCnt="15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FD823F08-99AC-2B40-9B2C-661CC1ECBF6B}" type="pres">
      <dgm:prSet presAssocID="{92EFA35D-AED4-AC41-9A02-E38FFD05A3AB}" presName="titleText2" presStyleLbl="fgAcc1" presStyleIdx="12" presStyleCnt="15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9B9627BA-81F2-3F40-ABC6-C6B23459D7C2}" type="pres">
      <dgm:prSet presAssocID="{92EFA35D-AED4-AC41-9A02-E38FFD05A3AB}" presName="rootConnector" presStyleLbl="node4" presStyleIdx="0" presStyleCnt="0"/>
      <dgm:spPr/>
      <dgm:t>
        <a:bodyPr/>
        <a:lstStyle/>
        <a:p>
          <a:endParaRPr lang="pt-PT"/>
        </a:p>
      </dgm:t>
    </dgm:pt>
    <dgm:pt modelId="{1CD0DF21-634E-9A47-B5EA-7861059658A1}" type="pres">
      <dgm:prSet presAssocID="{92EFA35D-AED4-AC41-9A02-E38FFD05A3AB}" presName="hierChild4" presStyleCnt="0"/>
      <dgm:spPr/>
    </dgm:pt>
    <dgm:pt modelId="{5DCAC7FC-40F0-FB4E-B6B2-484114300EB9}" type="pres">
      <dgm:prSet presAssocID="{92EFA35D-AED4-AC41-9A02-E38FFD05A3AB}" presName="hierChild5" presStyleCnt="0"/>
      <dgm:spPr/>
    </dgm:pt>
    <dgm:pt modelId="{A62AA303-8486-3940-AB80-36A533C6D7F0}" type="pres">
      <dgm:prSet presAssocID="{625318BD-3DB6-274A-A7E9-4934B1E6B007}" presName="hierChild5" presStyleCnt="0"/>
      <dgm:spPr/>
    </dgm:pt>
    <dgm:pt modelId="{65B7D37B-34DC-034E-A195-DF3D4394728A}" type="pres">
      <dgm:prSet presAssocID="{1FDA80EF-CEE0-3B4F-9E9B-9453788B0751}" presName="hierChild5" presStyleCnt="0"/>
      <dgm:spPr/>
    </dgm:pt>
    <dgm:pt modelId="{E8B88280-1762-644A-920B-FFCC1493D596}" type="pres">
      <dgm:prSet presAssocID="{E336931A-349D-7941-B8D0-AE5D4BB6F7A1}" presName="Name37" presStyleLbl="parChTrans1D2" presStyleIdx="3" presStyleCnt="5"/>
      <dgm:spPr/>
      <dgm:t>
        <a:bodyPr/>
        <a:lstStyle/>
        <a:p>
          <a:endParaRPr lang="pt-PT"/>
        </a:p>
      </dgm:t>
    </dgm:pt>
    <dgm:pt modelId="{F4888492-3AD0-FE41-AB22-F0D459F09501}" type="pres">
      <dgm:prSet presAssocID="{C487737D-8EC2-D34D-B0CF-FAE5082232E0}" presName="hierRoot2" presStyleCnt="0">
        <dgm:presLayoutVars>
          <dgm:hierBranch val="init"/>
        </dgm:presLayoutVars>
      </dgm:prSet>
      <dgm:spPr/>
    </dgm:pt>
    <dgm:pt modelId="{CB8B0174-2161-804D-A7A3-20A40B4207C7}" type="pres">
      <dgm:prSet presAssocID="{C487737D-8EC2-D34D-B0CF-FAE5082232E0}" presName="rootComposite" presStyleCnt="0"/>
      <dgm:spPr/>
    </dgm:pt>
    <dgm:pt modelId="{464B9BC1-3EE4-504D-8569-9218F2FAFEA4}" type="pres">
      <dgm:prSet presAssocID="{C487737D-8EC2-D34D-B0CF-FAE5082232E0}" presName="rootText" presStyleLbl="node1" presStyleIdx="13" presStyleCnt="15" custLinFactY="-115747" custLinFactNeighborX="-2477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20BA0022-46AD-8D4B-89A4-E4876D39E04B}" type="pres">
      <dgm:prSet presAssocID="{C487737D-8EC2-D34D-B0CF-FAE5082232E0}" presName="titleText2" presStyleLbl="fgAcc1" presStyleIdx="13" presStyleCnt="15" custLinFactY="-447240" custLinFactNeighborX="-2752" custLinFactNeighborY="-500000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14AEAFE0-AD3F-1F4E-B202-38BEEEB117F4}" type="pres">
      <dgm:prSet presAssocID="{C487737D-8EC2-D34D-B0CF-FAE5082232E0}" presName="rootConnector" presStyleLbl="node2" presStyleIdx="0" presStyleCnt="0"/>
      <dgm:spPr/>
      <dgm:t>
        <a:bodyPr/>
        <a:lstStyle/>
        <a:p>
          <a:endParaRPr lang="pt-PT"/>
        </a:p>
      </dgm:t>
    </dgm:pt>
    <dgm:pt modelId="{4C9BD027-24C9-E94B-82E6-83B2A2BDCFDA}" type="pres">
      <dgm:prSet presAssocID="{C487737D-8EC2-D34D-B0CF-FAE5082232E0}" presName="hierChild4" presStyleCnt="0"/>
      <dgm:spPr/>
    </dgm:pt>
    <dgm:pt modelId="{892311F6-C102-9A4E-995E-4375C94B04BD}" type="pres">
      <dgm:prSet presAssocID="{C487737D-8EC2-D34D-B0CF-FAE5082232E0}" presName="hierChild5" presStyleCnt="0"/>
      <dgm:spPr/>
    </dgm:pt>
    <dgm:pt modelId="{64AF7FA0-D569-6B44-8A10-F02661A535D4}" type="pres">
      <dgm:prSet presAssocID="{C2AF6C67-7508-DC43-B859-88815447C7DE}" presName="Name37" presStyleLbl="parChTrans1D2" presStyleIdx="4" presStyleCnt="5"/>
      <dgm:spPr/>
      <dgm:t>
        <a:bodyPr/>
        <a:lstStyle/>
        <a:p>
          <a:endParaRPr lang="pt-PT"/>
        </a:p>
      </dgm:t>
    </dgm:pt>
    <dgm:pt modelId="{FC4B965F-5FA4-4D42-8ABF-81A092426D1F}" type="pres">
      <dgm:prSet presAssocID="{218A66DB-26CC-CA41-A6E8-FDFCEF97A394}" presName="hierRoot2" presStyleCnt="0">
        <dgm:presLayoutVars>
          <dgm:hierBranch val="init"/>
        </dgm:presLayoutVars>
      </dgm:prSet>
      <dgm:spPr/>
    </dgm:pt>
    <dgm:pt modelId="{D3C88FB1-A711-4A48-80CA-F0248F382D0F}" type="pres">
      <dgm:prSet presAssocID="{218A66DB-26CC-CA41-A6E8-FDFCEF97A394}" presName="rootComposite" presStyleCnt="0"/>
      <dgm:spPr/>
    </dgm:pt>
    <dgm:pt modelId="{4DBCBA4A-38CB-2D46-B065-728CE209827E}" type="pres">
      <dgm:prSet presAssocID="{218A66DB-26CC-CA41-A6E8-FDFCEF97A394}" presName="rootText" presStyleLbl="node1" presStyleIdx="14" presStyleCnt="15" custLinFactY="-115747" custLinFactNeighborX="-2477" custLinFactNeighborY="-200000">
        <dgm:presLayoutVars>
          <dgm:chMax/>
          <dgm:chPref val="3"/>
        </dgm:presLayoutVars>
      </dgm:prSet>
      <dgm:spPr/>
      <dgm:t>
        <a:bodyPr/>
        <a:lstStyle/>
        <a:p>
          <a:endParaRPr lang="pt-PT"/>
        </a:p>
      </dgm:t>
    </dgm:pt>
    <dgm:pt modelId="{7DAEEF50-40A4-C446-A895-CCA5659A4EBC}" type="pres">
      <dgm:prSet presAssocID="{218A66DB-26CC-CA41-A6E8-FDFCEF97A394}" presName="titleText2" presStyleLbl="fgAcc1" presStyleIdx="14" presStyleCnt="15" custLinFactY="-447240" custLinFactNeighborX="-2752" custLinFactNeighborY="-500000">
        <dgm:presLayoutVars>
          <dgm:chMax val="0"/>
          <dgm:chPref val="0"/>
        </dgm:presLayoutVars>
      </dgm:prSet>
      <dgm:spPr/>
      <dgm:t>
        <a:bodyPr/>
        <a:lstStyle/>
        <a:p>
          <a:endParaRPr lang="pt-PT"/>
        </a:p>
      </dgm:t>
    </dgm:pt>
    <dgm:pt modelId="{11D994B0-8FBD-BA4C-BF6B-2BE9757BF95B}" type="pres">
      <dgm:prSet presAssocID="{218A66DB-26CC-CA41-A6E8-FDFCEF97A394}" presName="rootConnector" presStyleLbl="node2" presStyleIdx="0" presStyleCnt="0"/>
      <dgm:spPr/>
      <dgm:t>
        <a:bodyPr/>
        <a:lstStyle/>
        <a:p>
          <a:endParaRPr lang="pt-PT"/>
        </a:p>
      </dgm:t>
    </dgm:pt>
    <dgm:pt modelId="{89D022DB-BE4E-4540-979E-E964B4F094EB}" type="pres">
      <dgm:prSet presAssocID="{218A66DB-26CC-CA41-A6E8-FDFCEF97A394}" presName="hierChild4" presStyleCnt="0"/>
      <dgm:spPr/>
    </dgm:pt>
    <dgm:pt modelId="{A4A51622-CB96-D843-9D24-AFED7C0C9DA1}" type="pres">
      <dgm:prSet presAssocID="{218A66DB-26CC-CA41-A6E8-FDFCEF97A394}" presName="hierChild5" presStyleCnt="0"/>
      <dgm:spPr/>
    </dgm:pt>
    <dgm:pt modelId="{BF41621B-0832-5E4D-8507-9FB500F70E29}" type="pres">
      <dgm:prSet presAssocID="{2670821B-B677-2747-9A66-FBD19FDF95CB}" presName="hierChild3" presStyleCnt="0"/>
      <dgm:spPr/>
    </dgm:pt>
  </dgm:ptLst>
  <dgm:cxnLst>
    <dgm:cxn modelId="{EC639D1C-EFF4-A441-AD73-2F2DDC6C0128}" type="presOf" srcId="{218A66DB-26CC-CA41-A6E8-FDFCEF97A394}" destId="{4DBCBA4A-38CB-2D46-B065-728CE209827E}" srcOrd="0" destOrd="0" presId="urn:microsoft.com/office/officeart/2008/layout/NameandTitleOrganizationalChart"/>
    <dgm:cxn modelId="{5154E6D3-19CA-F243-B629-AE17FA6FFCAE}" type="presOf" srcId="{88EBD5D5-D608-D840-918F-4AE981CFF748}" destId="{66E6BF7C-C219-C043-BB34-BC47F6C2D679}" srcOrd="0" destOrd="0" presId="urn:microsoft.com/office/officeart/2008/layout/NameandTitleOrganizationalChart"/>
    <dgm:cxn modelId="{0DA394F1-A672-064E-B43A-FD4951E55284}" srcId="{35412D43-F913-684D-9529-D79297AEE95F}" destId="{8AA93813-E4EF-F244-8FCC-6DB1879E2A62}" srcOrd="1" destOrd="0" parTransId="{6855D660-8E57-D449-9B35-656F539439A9}" sibTransId="{BE7443EC-FD32-1942-8530-0F679C99FA09}"/>
    <dgm:cxn modelId="{CFD9D794-3710-F148-A244-9339D246EDFF}" type="presOf" srcId="{E7597CF0-B074-1A41-9D1C-9FE7992A0649}" destId="{5E0DD6EE-69BC-C74B-8C24-6642E84E4FF3}" srcOrd="1" destOrd="0" presId="urn:microsoft.com/office/officeart/2008/layout/NameandTitleOrganizationalChart"/>
    <dgm:cxn modelId="{28CF228B-D42F-9F4E-8ED9-4EFF5D3BE4A5}" type="presOf" srcId="{54DA1322-87D1-3F49-88F5-2F18B1302386}" destId="{191C392B-176D-1E4B-893E-D0CF4B29A87A}" srcOrd="1" destOrd="0" presId="urn:microsoft.com/office/officeart/2008/layout/NameandTitleOrganizationalChart"/>
    <dgm:cxn modelId="{0A6EF23F-D8B6-8F4E-A150-45B2BBD96B44}" type="presOf" srcId="{54DA1322-87D1-3F49-88F5-2F18B1302386}" destId="{CAB5A401-2276-A347-81B0-43CED99B73E4}" srcOrd="0" destOrd="0" presId="urn:microsoft.com/office/officeart/2008/layout/NameandTitleOrganizationalChart"/>
    <dgm:cxn modelId="{BA74A649-AA7C-A94C-9B00-991920FBC7E4}" type="presOf" srcId="{588B4F3E-9EA6-3945-9FAA-0743077DDCFC}" destId="{AC491496-2DE1-3F48-BDD1-5BD64231F7BE}" srcOrd="0" destOrd="0" presId="urn:microsoft.com/office/officeart/2008/layout/NameandTitleOrganizationalChart"/>
    <dgm:cxn modelId="{D1D17415-4220-6C43-BA9D-3987BC73F34C}" type="presOf" srcId="{69DC96E7-D351-4B4D-8F1D-8BE59C0F7767}" destId="{B3A31527-5779-E144-97DF-5B11C1A66824}" srcOrd="0" destOrd="0" presId="urn:microsoft.com/office/officeart/2008/layout/NameandTitleOrganizationalChart"/>
    <dgm:cxn modelId="{C42C3A4B-EEF3-934C-9607-C27530DF1235}" type="presOf" srcId="{6F21C997-753A-C840-B2D7-614F28EBF800}" destId="{E0F3897D-697C-F74B-B5A4-FCCB45C868A2}" srcOrd="0" destOrd="0" presId="urn:microsoft.com/office/officeart/2008/layout/NameandTitleOrganizationalChart"/>
    <dgm:cxn modelId="{A1F6BED3-1263-D64B-B910-B69722AB22EB}" type="presOf" srcId="{8AA93813-E4EF-F244-8FCC-6DB1879E2A62}" destId="{82F3A7F2-541D-4B43-A34B-CCD5A4DBFB70}" srcOrd="0" destOrd="0" presId="urn:microsoft.com/office/officeart/2008/layout/NameandTitleOrganizationalChart"/>
    <dgm:cxn modelId="{D5FBD4B1-9E8D-E64D-A95C-61591F05320F}" srcId="{35412D43-F913-684D-9529-D79297AEE95F}" destId="{76BC3B27-B588-7041-8223-4022621A3FE5}" srcOrd="3" destOrd="0" parTransId="{31ACB083-050C-524F-92EA-D389D183689E}" sibTransId="{EA52BFA5-31E8-4E41-9E82-90615EE2ED8E}"/>
    <dgm:cxn modelId="{FB22CC1D-75B2-BF4D-BE96-6B8DC48C2FD0}" type="presOf" srcId="{1FDA80EF-CEE0-3B4F-9E9B-9453788B0751}" destId="{1B56A4E1-BD2B-F442-80F9-9B636CAF8C2E}" srcOrd="1" destOrd="0" presId="urn:microsoft.com/office/officeart/2008/layout/NameandTitleOrganizationalChart"/>
    <dgm:cxn modelId="{6B488D05-03DC-F74F-BE0D-3F9D07C7A8A8}" srcId="{2670821B-B677-2747-9A66-FBD19FDF95CB}" destId="{73C73688-B196-C248-9096-5B4C41A752E6}" srcOrd="0" destOrd="0" parTransId="{B76B9AF9-4172-6D4D-B3F0-5FFF431BE892}" sibTransId="{ED922117-99BD-9D44-A08A-B70695432020}"/>
    <dgm:cxn modelId="{4A7FD058-D3F0-3F4F-ABC3-B452C061DE12}" srcId="{2670821B-B677-2747-9A66-FBD19FDF95CB}" destId="{C487737D-8EC2-D34D-B0CF-FAE5082232E0}" srcOrd="3" destOrd="0" parTransId="{E336931A-349D-7941-B8D0-AE5D4BB6F7A1}" sibTransId="{0314A03F-7300-D741-AABB-C29BF3FC376F}"/>
    <dgm:cxn modelId="{940468BE-A96F-6D4C-A857-BEB2D60EB3B1}" type="presOf" srcId="{BB9CE70B-BD36-F747-AA39-18595038DD4B}" destId="{12F5AB21-DEBA-6D43-909D-144E7BBE3C16}" srcOrd="0" destOrd="0" presId="urn:microsoft.com/office/officeart/2008/layout/NameandTitleOrganizationalChart"/>
    <dgm:cxn modelId="{87476F00-B626-DE43-97DD-89E4CAF9B16B}" type="presOf" srcId="{C90E2B07-3C6D-1247-B631-7CA89B161497}" destId="{075E499B-5B8A-8A41-B964-2CCA4FC18204}" srcOrd="0" destOrd="0" presId="urn:microsoft.com/office/officeart/2008/layout/NameandTitleOrganizationalChart"/>
    <dgm:cxn modelId="{E50C4C68-E512-B348-B4D4-F256081A1BF6}" srcId="{625318BD-3DB6-274A-A7E9-4934B1E6B007}" destId="{92EFA35D-AED4-AC41-9A02-E38FFD05A3AB}" srcOrd="2" destOrd="0" parTransId="{156E80EE-DC3D-3448-9733-FFA8AECC589E}" sibTransId="{2CBC163F-BA49-9F4E-945C-703AD927B267}"/>
    <dgm:cxn modelId="{514B371C-85F5-444D-9111-E370382B2EC2}" type="presOf" srcId="{92EFA35D-AED4-AC41-9A02-E38FFD05A3AB}" destId="{8695BDCF-52AC-9441-85DD-2B9C4C2089FE}" srcOrd="0" destOrd="0" presId="urn:microsoft.com/office/officeart/2008/layout/NameandTitleOrganizationalChart"/>
    <dgm:cxn modelId="{F5172785-5886-3D4A-8CC8-E44F64E36E58}" type="presOf" srcId="{53C01131-2C6A-1244-9FBD-78A0BC86ED35}" destId="{E3AF7521-C56A-D242-A64E-F9A649E4CA06}" srcOrd="1" destOrd="0" presId="urn:microsoft.com/office/officeart/2008/layout/NameandTitleOrganizationalChart"/>
    <dgm:cxn modelId="{D5EA7284-4337-BA4D-A1BD-697BFAC8E81F}" type="presOf" srcId="{2670821B-B677-2747-9A66-FBD19FDF95CB}" destId="{A2E8C35A-3BAD-3C40-82AD-D870F5167047}" srcOrd="0" destOrd="0" presId="urn:microsoft.com/office/officeart/2008/layout/NameandTitleOrganizationalChart"/>
    <dgm:cxn modelId="{0FD62D02-AC54-1C40-B108-7D9EEE2AB2C6}" type="presOf" srcId="{31ACB083-050C-524F-92EA-D389D183689E}" destId="{8945D730-3DCF-814E-B273-997539F61AC4}" srcOrd="0" destOrd="0" presId="urn:microsoft.com/office/officeart/2008/layout/NameandTitleOrganizationalChart"/>
    <dgm:cxn modelId="{83268C2B-75BF-6940-81EF-AC2279DB6071}" type="presOf" srcId="{EA52BFA5-31E8-4E41-9E82-90615EE2ED8E}" destId="{8651B497-0DA5-F344-8EE5-A66E97642304}" srcOrd="0" destOrd="0" presId="urn:microsoft.com/office/officeart/2008/layout/NameandTitleOrganizationalChart"/>
    <dgm:cxn modelId="{C90EB1F0-7FDC-7C4C-B660-6BC9A71A14FF}" type="presOf" srcId="{2CBC163F-BA49-9F4E-945C-703AD927B267}" destId="{FD823F08-99AC-2B40-9B2C-661CC1ECBF6B}" srcOrd="0" destOrd="0" presId="urn:microsoft.com/office/officeart/2008/layout/NameandTitleOrganizationalChart"/>
    <dgm:cxn modelId="{BE98B692-C3D8-1949-B6B7-98893DBCC6C9}" type="presOf" srcId="{4CE2423B-39DB-D945-82E3-293EAC4DE210}" destId="{B37E932D-2179-5B42-850F-AB10AF134389}" srcOrd="0" destOrd="0" presId="urn:microsoft.com/office/officeart/2008/layout/NameandTitleOrganizationalChart"/>
    <dgm:cxn modelId="{A6256C84-39B1-9B4E-A0F6-94E3B3BCB600}" type="presOf" srcId="{B76B9AF9-4172-6D4D-B3F0-5FFF431BE892}" destId="{5E202DC8-7A42-1E4D-B461-A2486E826A1D}" srcOrd="0" destOrd="0" presId="urn:microsoft.com/office/officeart/2008/layout/NameandTitleOrganizationalChart"/>
    <dgm:cxn modelId="{37741017-FEF7-F04E-BB8F-CE739C699ECC}" type="presOf" srcId="{45E172EE-6399-E241-A018-B7C4BB275B15}" destId="{B2D4A009-63EA-564C-BE2E-9A5B9A099B1A}" srcOrd="0" destOrd="0" presId="urn:microsoft.com/office/officeart/2008/layout/NameandTitleOrganizationalChart"/>
    <dgm:cxn modelId="{8CBC336F-E23F-3D4A-9EFA-59F5CB88585D}" type="presOf" srcId="{D1DC92C4-339E-044C-91AC-44AB6BE1808B}" destId="{3D51C62D-A2B2-264B-AE5B-4ADC75D45846}" srcOrd="0" destOrd="0" presId="urn:microsoft.com/office/officeart/2008/layout/NameandTitleOrganizationalChart"/>
    <dgm:cxn modelId="{CB2E61C2-EB1C-264C-BDA2-7ABD6BE34450}" srcId="{625318BD-3DB6-274A-A7E9-4934B1E6B007}" destId="{7D744986-FDCD-1342-A753-086D8EAEFAA6}" srcOrd="0" destOrd="0" parTransId="{0877C59B-4CDC-E249-9EB6-E9E9347D91AE}" sibTransId="{B9C0D031-A435-034B-ACE0-E6680FA6B353}"/>
    <dgm:cxn modelId="{99A89681-0891-624C-8BD7-7D05B5F618E9}" type="presOf" srcId="{92EFA35D-AED4-AC41-9A02-E38FFD05A3AB}" destId="{9B9627BA-81F2-3F40-ABC6-C6B23459D7C2}" srcOrd="1" destOrd="0" presId="urn:microsoft.com/office/officeart/2008/layout/NameandTitleOrganizationalChart"/>
    <dgm:cxn modelId="{2C0DD337-C502-8147-8548-972618C55940}" srcId="{2670821B-B677-2747-9A66-FBD19FDF95CB}" destId="{218A66DB-26CC-CA41-A6E8-FDFCEF97A394}" srcOrd="4" destOrd="0" parTransId="{C2AF6C67-7508-DC43-B859-88815447C7DE}" sibTransId="{E9C5FA72-05AB-9D47-88E7-DB5739CBFAC2}"/>
    <dgm:cxn modelId="{C2DA91BA-6C3F-A140-AEA0-8888266AB291}" type="presOf" srcId="{8A52B1A7-79CE-C64F-BD76-6D6B97F9BF1C}" destId="{6398F939-A6C4-EB45-93EB-1867F610E593}" srcOrd="0" destOrd="0" presId="urn:microsoft.com/office/officeart/2008/layout/NameandTitleOrganizationalChart"/>
    <dgm:cxn modelId="{0FEB59A4-3240-514E-A793-879ED524BFA7}" type="presOf" srcId="{625318BD-3DB6-274A-A7E9-4934B1E6B007}" destId="{7A774636-7B60-A449-8BD5-14E0E46DEEC1}" srcOrd="0" destOrd="0" presId="urn:microsoft.com/office/officeart/2008/layout/NameandTitleOrganizationalChart"/>
    <dgm:cxn modelId="{47204C37-676F-F54F-B724-C8A4DA652117}" type="presOf" srcId="{0314A03F-7300-D741-AABB-C29BF3FC376F}" destId="{20BA0022-46AD-8D4B-89A4-E4876D39E04B}" srcOrd="0" destOrd="0" presId="urn:microsoft.com/office/officeart/2008/layout/NameandTitleOrganizationalChart"/>
    <dgm:cxn modelId="{F9E0E816-13A7-1C47-8B97-7FE752F9B19D}" type="presOf" srcId="{73C73688-B196-C248-9096-5B4C41A752E6}" destId="{75E9A8D2-4758-4441-A8C5-5F2A2CD2A1E1}" srcOrd="0" destOrd="0" presId="urn:microsoft.com/office/officeart/2008/layout/NameandTitleOrganizationalChart"/>
    <dgm:cxn modelId="{A956E243-9CFD-644A-B8EE-8C2AC7DC637D}" type="presOf" srcId="{7B779DB1-FB3F-B546-BEC9-A0F1FCB445E2}" destId="{D11A5F7E-ED33-FA46-8B5F-1045E85CE552}" srcOrd="0" destOrd="0" presId="urn:microsoft.com/office/officeart/2008/layout/NameandTitleOrganizationalChart"/>
    <dgm:cxn modelId="{B50DFC1D-0811-974D-A760-1F8F4F01D4BA}" type="presOf" srcId="{7D744986-FDCD-1342-A753-086D8EAEFAA6}" destId="{09B97AD3-6469-2B48-90F4-823E29BCA293}" srcOrd="1" destOrd="0" presId="urn:microsoft.com/office/officeart/2008/layout/NameandTitleOrganizationalChart"/>
    <dgm:cxn modelId="{4B0D6D06-7B00-3949-A484-A166FDBB8DF9}" type="presOf" srcId="{6855D660-8E57-D449-9B35-656F539439A9}" destId="{D6858957-0E72-E54D-B2E8-90C2B6F7E768}" srcOrd="0" destOrd="0" presId="urn:microsoft.com/office/officeart/2008/layout/NameandTitleOrganizationalChart"/>
    <dgm:cxn modelId="{973AFB16-49EC-5D42-8C44-0A00EE656B3B}" type="presOf" srcId="{0877C59B-4CDC-E249-9EB6-E9E9347D91AE}" destId="{A8C57FA3-12BA-7546-B62B-85F9DB9778CB}" srcOrd="0" destOrd="0" presId="urn:microsoft.com/office/officeart/2008/layout/NameandTitleOrganizationalChart"/>
    <dgm:cxn modelId="{196C885B-36BE-2A42-813C-91D267048D95}" type="presOf" srcId="{76BC3B27-B588-7041-8223-4022621A3FE5}" destId="{57D2EDD2-2B74-4749-9E67-6C20F9151467}" srcOrd="1" destOrd="0" presId="urn:microsoft.com/office/officeart/2008/layout/NameandTitleOrganizationalChart"/>
    <dgm:cxn modelId="{30C47829-55BA-1946-80AE-85508AFF2C84}" type="presOf" srcId="{8AA93813-E4EF-F244-8FCC-6DB1879E2A62}" destId="{E294BF9D-7580-454F-B4D1-CF0F1784BE22}" srcOrd="1" destOrd="0" presId="urn:microsoft.com/office/officeart/2008/layout/NameandTitleOrganizationalChart"/>
    <dgm:cxn modelId="{52E32D0F-5428-0445-99D6-9A0BE9D9953A}" type="presOf" srcId="{73C73688-B196-C248-9096-5B4C41A752E6}" destId="{0E00CF5F-FADD-594D-B8DF-3D63ABD939D9}" srcOrd="1" destOrd="0" presId="urn:microsoft.com/office/officeart/2008/layout/NameandTitleOrganizationalChart"/>
    <dgm:cxn modelId="{E3E79DA1-5A89-1D4C-ABA4-BAC1B02A7A9E}" type="presOf" srcId="{2670821B-B677-2747-9A66-FBD19FDF95CB}" destId="{119A5D3F-94EC-3A45-93A3-95BABEA0C531}" srcOrd="1" destOrd="0" presId="urn:microsoft.com/office/officeart/2008/layout/NameandTitleOrganizationalChart"/>
    <dgm:cxn modelId="{E6434A8E-F48F-D240-B99F-398D18FB1CC8}" type="presOf" srcId="{7D744986-FDCD-1342-A753-086D8EAEFAA6}" destId="{E43FA327-39DA-7B49-8AC9-8872F5FA70A8}" srcOrd="0" destOrd="0" presId="urn:microsoft.com/office/officeart/2008/layout/NameandTitleOrganizationalChart"/>
    <dgm:cxn modelId="{DD2428CF-3831-1E46-94FC-A120678A043C}" type="presOf" srcId="{B895797D-E962-474B-A6C2-2C2036CA70F1}" destId="{4B44677E-7F24-7442-917D-7B058416584A}" srcOrd="1" destOrd="0" presId="urn:microsoft.com/office/officeart/2008/layout/NameandTitleOrganizationalChart"/>
    <dgm:cxn modelId="{2CAFDC73-CD15-B447-9AA9-5BB1A3F0392F}" srcId="{35412D43-F913-684D-9529-D79297AEE95F}" destId="{B895797D-E962-474B-A6C2-2C2036CA70F1}" srcOrd="0" destOrd="0" parTransId="{6F21C997-753A-C840-B2D7-614F28EBF800}" sibTransId="{FC901D51-40FF-F143-B16B-F3BF3074D604}"/>
    <dgm:cxn modelId="{6A271B0D-5632-7243-B0BE-8FFAC210A49D}" type="presOf" srcId="{FC901D51-40FF-F143-B16B-F3BF3074D604}" destId="{406778AF-E5B2-C144-B983-7ADB125DEE4B}" srcOrd="0" destOrd="0" presId="urn:microsoft.com/office/officeart/2008/layout/NameandTitleOrganizationalChart"/>
    <dgm:cxn modelId="{0AEE9E79-8D2A-AC4C-B5F3-B560B3ED071D}" type="presOf" srcId="{156E80EE-DC3D-3448-9733-FFA8AECC589E}" destId="{CFD047BD-1C1B-9F46-B48D-BFCF65CD176C}" srcOrd="0" destOrd="0" presId="urn:microsoft.com/office/officeart/2008/layout/NameandTitleOrganizationalChart"/>
    <dgm:cxn modelId="{766F91DE-4917-F248-851E-213A18168BFF}" type="presOf" srcId="{CE2D6B96-401C-2840-9B5A-14EC7C64C5F2}" destId="{21C51C96-8E57-4643-AFB3-E4AFBA51E0E9}" srcOrd="0" destOrd="0" presId="urn:microsoft.com/office/officeart/2008/layout/NameandTitleOrganizationalChart"/>
    <dgm:cxn modelId="{F3739933-4DF1-8D4C-A45B-00163535D8BB}" srcId="{4CE2423B-39DB-D945-82E3-293EAC4DE210}" destId="{2670821B-B677-2747-9A66-FBD19FDF95CB}" srcOrd="0" destOrd="0" parTransId="{418FF911-2E17-E249-993C-67153D3CB1C7}" sibTransId="{5AA9F2A8-D236-1642-925A-4F6B4DD73B45}"/>
    <dgm:cxn modelId="{356C9055-2672-CE40-AF59-83415AD37DD0}" type="presOf" srcId="{B895797D-E962-474B-A6C2-2C2036CA70F1}" destId="{1A976E49-657F-704F-A3F6-D1AE66B7B36F}" srcOrd="0" destOrd="0" presId="urn:microsoft.com/office/officeart/2008/layout/NameandTitleOrganizationalChart"/>
    <dgm:cxn modelId="{8719E99A-80C7-1C4A-83FA-6ED37CBBF822}" srcId="{1FDA80EF-CEE0-3B4F-9E9B-9453788B0751}" destId="{625318BD-3DB6-274A-A7E9-4934B1E6B007}" srcOrd="0" destOrd="0" parTransId="{9D638420-3D6C-8145-AFF2-6B7448052F8C}" sibTransId="{C90E2B07-3C6D-1247-B631-7CA89B161497}"/>
    <dgm:cxn modelId="{91CCE8D0-8931-0640-95B4-99B09FAF20C9}" srcId="{E7597CF0-B074-1A41-9D1C-9FE7992A0649}" destId="{35412D43-F913-684D-9529-D79297AEE95F}" srcOrd="0" destOrd="0" parTransId="{BB9CE70B-BD36-F747-AA39-18595038DD4B}" sibTransId="{CE2D6B96-401C-2840-9B5A-14EC7C64C5F2}"/>
    <dgm:cxn modelId="{5AFD40F3-6653-0A46-9109-92325081DEEF}" srcId="{2670821B-B677-2747-9A66-FBD19FDF95CB}" destId="{1FDA80EF-CEE0-3B4F-9E9B-9453788B0751}" srcOrd="2" destOrd="0" parTransId="{E264A890-BCF1-CC4F-93B4-BB4986A8796A}" sibTransId="{88EBD5D5-D608-D840-918F-4AE981CFF748}"/>
    <dgm:cxn modelId="{C2A84753-E11B-D74E-A058-A63800D9597D}" srcId="{2670821B-B677-2747-9A66-FBD19FDF95CB}" destId="{E7597CF0-B074-1A41-9D1C-9FE7992A0649}" srcOrd="1" destOrd="0" parTransId="{45E172EE-6399-E241-A018-B7C4BB275B15}" sibTransId="{7B779DB1-FB3F-B546-BEC9-A0F1FCB445E2}"/>
    <dgm:cxn modelId="{90B099DE-F43B-2748-81B7-8710EF73570C}" srcId="{625318BD-3DB6-274A-A7E9-4934B1E6B007}" destId="{54DA1322-87D1-3F49-88F5-2F18B1302386}" srcOrd="1" destOrd="0" parTransId="{69DC96E7-D351-4B4D-8F1D-8BE59C0F7767}" sibTransId="{98173159-F768-254B-AB28-03BF4B3E899D}"/>
    <dgm:cxn modelId="{D5B3E500-638B-304E-813B-00138DF1B98A}" type="presOf" srcId="{ED922117-99BD-9D44-A08A-B70695432020}" destId="{71F5D4AB-77F8-0B4C-BF6D-DF4AD8D079DD}" srcOrd="0" destOrd="0" presId="urn:microsoft.com/office/officeart/2008/layout/NameandTitleOrganizationalChart"/>
    <dgm:cxn modelId="{107DE2D2-4FA2-AB40-A593-1C6B600051BD}" type="presOf" srcId="{E7597CF0-B074-1A41-9D1C-9FE7992A0649}" destId="{32739360-1153-BB4E-A9BF-CA435DECEBC8}" srcOrd="0" destOrd="0" presId="urn:microsoft.com/office/officeart/2008/layout/NameandTitleOrganizationalChart"/>
    <dgm:cxn modelId="{A23C1ED2-5BA3-A042-BB48-53B129731684}" type="presOf" srcId="{1FDA80EF-CEE0-3B4F-9E9B-9453788B0751}" destId="{8638B934-2E5F-3141-8758-1DB97F2F0F33}" srcOrd="0" destOrd="0" presId="urn:microsoft.com/office/officeart/2008/layout/NameandTitleOrganizationalChart"/>
    <dgm:cxn modelId="{E0D3DB44-311B-9949-B9BB-05174E6D2E52}" srcId="{35412D43-F913-684D-9529-D79297AEE95F}" destId="{588B4F3E-9EA6-3945-9FAA-0743077DDCFC}" srcOrd="2" destOrd="0" parTransId="{2C2AE65C-A140-8D47-BA89-C51BD028F841}" sibTransId="{8A52B1A7-79CE-C64F-BD76-6D6B97F9BF1C}"/>
    <dgm:cxn modelId="{5B73E475-05FA-F14C-9C2B-D9A61E4502AA}" type="presOf" srcId="{C487737D-8EC2-D34D-B0CF-FAE5082232E0}" destId="{464B9BC1-3EE4-504D-8569-9218F2FAFEA4}" srcOrd="0" destOrd="0" presId="urn:microsoft.com/office/officeart/2008/layout/NameandTitleOrganizationalChart"/>
    <dgm:cxn modelId="{D345D535-5F85-8A43-A747-878F02EA3A55}" type="presOf" srcId="{35412D43-F913-684D-9529-D79297AEE95F}" destId="{BE31DC75-DF5C-0440-9A57-D280FE6D88E1}" srcOrd="1" destOrd="0" presId="urn:microsoft.com/office/officeart/2008/layout/NameandTitleOrganizationalChart"/>
    <dgm:cxn modelId="{6FA7273A-94FC-BB41-861A-C8D1FA141645}" srcId="{73C73688-B196-C248-9096-5B4C41A752E6}" destId="{53C01131-2C6A-1244-9FBD-78A0BC86ED35}" srcOrd="0" destOrd="0" parTransId="{D1DC92C4-339E-044C-91AC-44AB6BE1808B}" sibTransId="{19467F05-4736-1040-997E-09542CC8DA32}"/>
    <dgm:cxn modelId="{B60246A0-F9F2-924D-8604-E962369F7439}" type="presOf" srcId="{5AA9F2A8-D236-1642-925A-4F6B4DD73B45}" destId="{96ACCEBD-18E7-B74D-82EC-F05FAF76BAF9}" srcOrd="0" destOrd="0" presId="urn:microsoft.com/office/officeart/2008/layout/NameandTitleOrganizationalChart"/>
    <dgm:cxn modelId="{3104E1C2-9D7A-FC4A-9E77-908FA78BF6BA}" type="presOf" srcId="{19467F05-4736-1040-997E-09542CC8DA32}" destId="{0121114B-7C96-1A49-BDF0-77FABACAA180}" srcOrd="0" destOrd="0" presId="urn:microsoft.com/office/officeart/2008/layout/NameandTitleOrganizationalChart"/>
    <dgm:cxn modelId="{DD678E42-3FAF-C145-A00B-25EC1CB4B09A}" type="presOf" srcId="{588B4F3E-9EA6-3945-9FAA-0743077DDCFC}" destId="{3CE570C9-0930-004F-AA7E-F978360FA32E}" srcOrd="1" destOrd="0" presId="urn:microsoft.com/office/officeart/2008/layout/NameandTitleOrganizationalChart"/>
    <dgm:cxn modelId="{AB7E44CF-2A69-0A49-9E07-1FB939F123D1}" type="presOf" srcId="{E264A890-BCF1-CC4F-93B4-BB4986A8796A}" destId="{14E559AE-9288-E94D-9E4A-D5397630EBC7}" srcOrd="0" destOrd="0" presId="urn:microsoft.com/office/officeart/2008/layout/NameandTitleOrganizationalChart"/>
    <dgm:cxn modelId="{004538AE-E0EB-D44C-AB8E-CA524DF42D48}" type="presOf" srcId="{BE7443EC-FD32-1942-8530-0F679C99FA09}" destId="{B26A8303-EB25-7A41-A0B0-5DF6BB2210B7}" srcOrd="0" destOrd="0" presId="urn:microsoft.com/office/officeart/2008/layout/NameandTitleOrganizationalChart"/>
    <dgm:cxn modelId="{EF77E975-563B-2E4E-8A5F-9060F03BA228}" type="presOf" srcId="{E336931A-349D-7941-B8D0-AE5D4BB6F7A1}" destId="{E8B88280-1762-644A-920B-FFCC1493D596}" srcOrd="0" destOrd="0" presId="urn:microsoft.com/office/officeart/2008/layout/NameandTitleOrganizationalChart"/>
    <dgm:cxn modelId="{B664B978-58FE-4642-B559-B3408F5CB5C7}" type="presOf" srcId="{625318BD-3DB6-274A-A7E9-4934B1E6B007}" destId="{69D80B77-C4C3-634C-9306-E7564BFE6371}" srcOrd="1" destOrd="0" presId="urn:microsoft.com/office/officeart/2008/layout/NameandTitleOrganizationalChart"/>
    <dgm:cxn modelId="{49AD5E41-7EE2-F94B-827A-6463526955B3}" type="presOf" srcId="{76BC3B27-B588-7041-8223-4022621A3FE5}" destId="{8D0E0148-DCF0-4F40-AF8B-0F41998CA709}" srcOrd="0" destOrd="0" presId="urn:microsoft.com/office/officeart/2008/layout/NameandTitleOrganizationalChart"/>
    <dgm:cxn modelId="{364A4534-E3D7-684A-A384-FDFBA50CCFDD}" type="presOf" srcId="{E9C5FA72-05AB-9D47-88E7-DB5739CBFAC2}" destId="{7DAEEF50-40A4-C446-A895-CCA5659A4EBC}" srcOrd="0" destOrd="0" presId="urn:microsoft.com/office/officeart/2008/layout/NameandTitleOrganizationalChart"/>
    <dgm:cxn modelId="{0DFE16E4-491D-BE45-9664-52A379563BAE}" type="presOf" srcId="{C2AF6C67-7508-DC43-B859-88815447C7DE}" destId="{64AF7FA0-D569-6B44-8A10-F02661A535D4}" srcOrd="0" destOrd="0" presId="urn:microsoft.com/office/officeart/2008/layout/NameandTitleOrganizationalChart"/>
    <dgm:cxn modelId="{6E5271C6-DA59-904F-9222-1330E03751E9}" type="presOf" srcId="{53C01131-2C6A-1244-9FBD-78A0BC86ED35}" destId="{796A9653-78C1-494B-9370-7AC6ADC2C4FF}" srcOrd="0" destOrd="0" presId="urn:microsoft.com/office/officeart/2008/layout/NameandTitleOrganizationalChart"/>
    <dgm:cxn modelId="{3A2AFE79-05EC-1241-BEFC-39ECA732DE51}" type="presOf" srcId="{218A66DB-26CC-CA41-A6E8-FDFCEF97A394}" destId="{11D994B0-8FBD-BA4C-BF6B-2BE9757BF95B}" srcOrd="1" destOrd="0" presId="urn:microsoft.com/office/officeart/2008/layout/NameandTitleOrganizationalChart"/>
    <dgm:cxn modelId="{DB144411-B494-C44E-962A-4AF8108A8B89}" type="presOf" srcId="{98173159-F768-254B-AB28-03BF4B3E899D}" destId="{DFB40A3D-D0B5-4749-9195-235FD1EAEF4F}" srcOrd="0" destOrd="0" presId="urn:microsoft.com/office/officeart/2008/layout/NameandTitleOrganizationalChart"/>
    <dgm:cxn modelId="{C42CE1F1-252F-D84A-890C-0E66C8D695F9}" type="presOf" srcId="{B9C0D031-A435-034B-ACE0-E6680FA6B353}" destId="{1328A88C-60B8-4B43-8B35-D20ABC9559B2}" srcOrd="0" destOrd="0" presId="urn:microsoft.com/office/officeart/2008/layout/NameandTitleOrganizationalChart"/>
    <dgm:cxn modelId="{43F72305-912C-BC4F-9CB6-D15F7F3D4158}" type="presOf" srcId="{C487737D-8EC2-D34D-B0CF-FAE5082232E0}" destId="{14AEAFE0-AD3F-1F4E-B202-38BEEEB117F4}" srcOrd="1" destOrd="0" presId="urn:microsoft.com/office/officeart/2008/layout/NameandTitleOrganizationalChart"/>
    <dgm:cxn modelId="{29055301-02DD-C64A-92F5-78DCA5C89885}" type="presOf" srcId="{35412D43-F913-684D-9529-D79297AEE95F}" destId="{606521C8-341E-2047-B55A-B30B4E9B5D0D}" srcOrd="0" destOrd="0" presId="urn:microsoft.com/office/officeart/2008/layout/NameandTitleOrganizationalChart"/>
    <dgm:cxn modelId="{E6FBA77A-722D-1943-8346-0E010BBC8FBE}" type="presOf" srcId="{9D638420-3D6C-8145-AFF2-6B7448052F8C}" destId="{7DB94D2D-985D-5C43-A6E0-FAAEDC273BA4}" srcOrd="0" destOrd="0" presId="urn:microsoft.com/office/officeart/2008/layout/NameandTitleOrganizationalChart"/>
    <dgm:cxn modelId="{A68FADEF-1DCE-FF46-A032-E71F20B1D92D}" type="presOf" srcId="{2C2AE65C-A140-8D47-BA89-C51BD028F841}" destId="{939116D0-134C-2246-9B81-031E59E19302}" srcOrd="0" destOrd="0" presId="urn:microsoft.com/office/officeart/2008/layout/NameandTitleOrganizationalChart"/>
    <dgm:cxn modelId="{8769EEC8-1826-4F4D-8620-2DD63B5E4C73}" type="presParOf" srcId="{B37E932D-2179-5B42-850F-AB10AF134389}" destId="{0CB580BA-47D4-624A-A994-369BE620E28C}" srcOrd="0" destOrd="0" presId="urn:microsoft.com/office/officeart/2008/layout/NameandTitleOrganizationalChart"/>
    <dgm:cxn modelId="{D6A06EFE-BEB0-5E40-A6AE-D33D7243F12C}" type="presParOf" srcId="{0CB580BA-47D4-624A-A994-369BE620E28C}" destId="{241A8F90-1DD8-7A4B-B478-9E998ECA49CE}" srcOrd="0" destOrd="0" presId="urn:microsoft.com/office/officeart/2008/layout/NameandTitleOrganizationalChart"/>
    <dgm:cxn modelId="{E1C0EBFA-E89C-A244-B8D4-52AB492E1197}" type="presParOf" srcId="{241A8F90-1DD8-7A4B-B478-9E998ECA49CE}" destId="{A2E8C35A-3BAD-3C40-82AD-D870F5167047}" srcOrd="0" destOrd="0" presId="urn:microsoft.com/office/officeart/2008/layout/NameandTitleOrganizationalChart"/>
    <dgm:cxn modelId="{2066B382-1153-564F-994D-A885EEF1275A}" type="presParOf" srcId="{241A8F90-1DD8-7A4B-B478-9E998ECA49CE}" destId="{96ACCEBD-18E7-B74D-82EC-F05FAF76BAF9}" srcOrd="1" destOrd="0" presId="urn:microsoft.com/office/officeart/2008/layout/NameandTitleOrganizationalChart"/>
    <dgm:cxn modelId="{2A58E456-01CC-FA48-9E9C-A13FC06CF491}" type="presParOf" srcId="{241A8F90-1DD8-7A4B-B478-9E998ECA49CE}" destId="{119A5D3F-94EC-3A45-93A3-95BABEA0C531}" srcOrd="2" destOrd="0" presId="urn:microsoft.com/office/officeart/2008/layout/NameandTitleOrganizationalChart"/>
    <dgm:cxn modelId="{FB263A60-77F7-6B46-BACF-7131FF9B2E0F}" type="presParOf" srcId="{0CB580BA-47D4-624A-A994-369BE620E28C}" destId="{B0241F86-E6F8-9643-944F-16B55FBC323A}" srcOrd="1" destOrd="0" presId="urn:microsoft.com/office/officeart/2008/layout/NameandTitleOrganizationalChart"/>
    <dgm:cxn modelId="{F25F027F-B091-3A49-AE6D-6D2DEF7E4C1D}" type="presParOf" srcId="{B0241F86-E6F8-9643-944F-16B55FBC323A}" destId="{5E202DC8-7A42-1E4D-B461-A2486E826A1D}" srcOrd="0" destOrd="0" presId="urn:microsoft.com/office/officeart/2008/layout/NameandTitleOrganizationalChart"/>
    <dgm:cxn modelId="{C4C9C8BA-5F74-EC49-A15C-5EB4439895E0}" type="presParOf" srcId="{B0241F86-E6F8-9643-944F-16B55FBC323A}" destId="{BAE8114C-CFDF-B243-8123-1D47A872E278}" srcOrd="1" destOrd="0" presId="urn:microsoft.com/office/officeart/2008/layout/NameandTitleOrganizationalChart"/>
    <dgm:cxn modelId="{7BA9B5CA-B23C-F348-AA5C-07A78FAA3C4C}" type="presParOf" srcId="{BAE8114C-CFDF-B243-8123-1D47A872E278}" destId="{453790F2-8AFB-DB47-BC8D-B2A253D93D79}" srcOrd="0" destOrd="0" presId="urn:microsoft.com/office/officeart/2008/layout/NameandTitleOrganizationalChart"/>
    <dgm:cxn modelId="{23A87C57-A126-9544-B05F-02C3A90CD0C8}" type="presParOf" srcId="{453790F2-8AFB-DB47-BC8D-B2A253D93D79}" destId="{75E9A8D2-4758-4441-A8C5-5F2A2CD2A1E1}" srcOrd="0" destOrd="0" presId="urn:microsoft.com/office/officeart/2008/layout/NameandTitleOrganizationalChart"/>
    <dgm:cxn modelId="{9012C281-454C-5F4D-8F66-8B3496CC7DB0}" type="presParOf" srcId="{453790F2-8AFB-DB47-BC8D-B2A253D93D79}" destId="{71F5D4AB-77F8-0B4C-BF6D-DF4AD8D079DD}" srcOrd="1" destOrd="0" presId="urn:microsoft.com/office/officeart/2008/layout/NameandTitleOrganizationalChart"/>
    <dgm:cxn modelId="{A0E4299A-8A27-6544-8F69-74DCD540AA2B}" type="presParOf" srcId="{453790F2-8AFB-DB47-BC8D-B2A253D93D79}" destId="{0E00CF5F-FADD-594D-B8DF-3D63ABD939D9}" srcOrd="2" destOrd="0" presId="urn:microsoft.com/office/officeart/2008/layout/NameandTitleOrganizationalChart"/>
    <dgm:cxn modelId="{D186F7EE-17D9-1248-AFAF-48EB6D81907A}" type="presParOf" srcId="{BAE8114C-CFDF-B243-8123-1D47A872E278}" destId="{5FF39836-B47E-3A4E-8F0F-B79A127D240C}" srcOrd="1" destOrd="0" presId="urn:microsoft.com/office/officeart/2008/layout/NameandTitleOrganizationalChart"/>
    <dgm:cxn modelId="{E80B0061-3925-C54F-984F-D63DAD2D6106}" type="presParOf" srcId="{5FF39836-B47E-3A4E-8F0F-B79A127D240C}" destId="{3D51C62D-A2B2-264B-AE5B-4ADC75D45846}" srcOrd="0" destOrd="0" presId="urn:microsoft.com/office/officeart/2008/layout/NameandTitleOrganizationalChart"/>
    <dgm:cxn modelId="{3BFEDA0F-DEF6-DE41-BCF5-483E4CC63FC8}" type="presParOf" srcId="{5FF39836-B47E-3A4E-8F0F-B79A127D240C}" destId="{62998B0F-E4CB-C844-867B-FB8FFFB270B8}" srcOrd="1" destOrd="0" presId="urn:microsoft.com/office/officeart/2008/layout/NameandTitleOrganizationalChart"/>
    <dgm:cxn modelId="{5EF902D8-50B7-F74B-8954-E7FCEC047205}" type="presParOf" srcId="{62998B0F-E4CB-C844-867B-FB8FFFB270B8}" destId="{E7ECE70E-3AC3-7645-88EE-5C4F52841C29}" srcOrd="0" destOrd="0" presId="urn:microsoft.com/office/officeart/2008/layout/NameandTitleOrganizationalChart"/>
    <dgm:cxn modelId="{13DCFF35-C220-C841-ABF3-FCA2EC536E29}" type="presParOf" srcId="{E7ECE70E-3AC3-7645-88EE-5C4F52841C29}" destId="{796A9653-78C1-494B-9370-7AC6ADC2C4FF}" srcOrd="0" destOrd="0" presId="urn:microsoft.com/office/officeart/2008/layout/NameandTitleOrganizationalChart"/>
    <dgm:cxn modelId="{0A142364-03CB-7343-9C08-7A9832191E58}" type="presParOf" srcId="{E7ECE70E-3AC3-7645-88EE-5C4F52841C29}" destId="{0121114B-7C96-1A49-BDF0-77FABACAA180}" srcOrd="1" destOrd="0" presId="urn:microsoft.com/office/officeart/2008/layout/NameandTitleOrganizationalChart"/>
    <dgm:cxn modelId="{2D01611E-47E6-054D-911C-DC4C4EEEBC32}" type="presParOf" srcId="{E7ECE70E-3AC3-7645-88EE-5C4F52841C29}" destId="{E3AF7521-C56A-D242-A64E-F9A649E4CA06}" srcOrd="2" destOrd="0" presId="urn:microsoft.com/office/officeart/2008/layout/NameandTitleOrganizationalChart"/>
    <dgm:cxn modelId="{C5CA3FDC-5432-8140-A15B-41C0304844BC}" type="presParOf" srcId="{62998B0F-E4CB-C844-867B-FB8FFFB270B8}" destId="{4FCCECBF-5B4B-3C48-94C2-51AAB9AF2E2B}" srcOrd="1" destOrd="0" presId="urn:microsoft.com/office/officeart/2008/layout/NameandTitleOrganizationalChart"/>
    <dgm:cxn modelId="{F672AF21-D2E2-E64E-935B-4AC89B525E50}" type="presParOf" srcId="{62998B0F-E4CB-C844-867B-FB8FFFB270B8}" destId="{4AFE85F4-52C1-DD4F-BA1E-12FD15000F30}" srcOrd="2" destOrd="0" presId="urn:microsoft.com/office/officeart/2008/layout/NameandTitleOrganizationalChart"/>
    <dgm:cxn modelId="{9D3C3EA7-A4E3-2E42-AD58-3447F4670902}" type="presParOf" srcId="{BAE8114C-CFDF-B243-8123-1D47A872E278}" destId="{FBD0E304-933C-2E49-8BFA-C8355EFA82E8}" srcOrd="2" destOrd="0" presId="urn:microsoft.com/office/officeart/2008/layout/NameandTitleOrganizationalChart"/>
    <dgm:cxn modelId="{D7F492D9-C413-6D4B-A7DD-F5CD7C468F1D}" type="presParOf" srcId="{B0241F86-E6F8-9643-944F-16B55FBC323A}" destId="{B2D4A009-63EA-564C-BE2E-9A5B9A099B1A}" srcOrd="2" destOrd="0" presId="urn:microsoft.com/office/officeart/2008/layout/NameandTitleOrganizationalChart"/>
    <dgm:cxn modelId="{5800D012-6D98-0F4C-9D98-4F0D908ABC39}" type="presParOf" srcId="{B0241F86-E6F8-9643-944F-16B55FBC323A}" destId="{4905C8D0-ADD2-694D-92D8-37737C4599C4}" srcOrd="3" destOrd="0" presId="urn:microsoft.com/office/officeart/2008/layout/NameandTitleOrganizationalChart"/>
    <dgm:cxn modelId="{ED512BB6-D341-294A-9465-7446DDB774EA}" type="presParOf" srcId="{4905C8D0-ADD2-694D-92D8-37737C4599C4}" destId="{D3EE1DE6-EF8F-874F-92B6-6546C1E2C11F}" srcOrd="0" destOrd="0" presId="urn:microsoft.com/office/officeart/2008/layout/NameandTitleOrganizationalChart"/>
    <dgm:cxn modelId="{90F3194B-4836-E944-AB5C-C755EB536854}" type="presParOf" srcId="{D3EE1DE6-EF8F-874F-92B6-6546C1E2C11F}" destId="{32739360-1153-BB4E-A9BF-CA435DECEBC8}" srcOrd="0" destOrd="0" presId="urn:microsoft.com/office/officeart/2008/layout/NameandTitleOrganizationalChart"/>
    <dgm:cxn modelId="{D047666B-4525-CB46-B247-7810CCB04FCB}" type="presParOf" srcId="{D3EE1DE6-EF8F-874F-92B6-6546C1E2C11F}" destId="{D11A5F7E-ED33-FA46-8B5F-1045E85CE552}" srcOrd="1" destOrd="0" presId="urn:microsoft.com/office/officeart/2008/layout/NameandTitleOrganizationalChart"/>
    <dgm:cxn modelId="{88D120FF-282D-944D-BF3B-EE0DB1C3A78B}" type="presParOf" srcId="{D3EE1DE6-EF8F-874F-92B6-6546C1E2C11F}" destId="{5E0DD6EE-69BC-C74B-8C24-6642E84E4FF3}" srcOrd="2" destOrd="0" presId="urn:microsoft.com/office/officeart/2008/layout/NameandTitleOrganizationalChart"/>
    <dgm:cxn modelId="{B01FC97B-45A3-774A-90FA-DE3CB76B0761}" type="presParOf" srcId="{4905C8D0-ADD2-694D-92D8-37737C4599C4}" destId="{B24FE844-4062-9440-B95D-3BF6411209BE}" srcOrd="1" destOrd="0" presId="urn:microsoft.com/office/officeart/2008/layout/NameandTitleOrganizationalChart"/>
    <dgm:cxn modelId="{04452D83-C8C4-3F4F-86FD-740574613A81}" type="presParOf" srcId="{B24FE844-4062-9440-B95D-3BF6411209BE}" destId="{12F5AB21-DEBA-6D43-909D-144E7BBE3C16}" srcOrd="0" destOrd="0" presId="urn:microsoft.com/office/officeart/2008/layout/NameandTitleOrganizationalChart"/>
    <dgm:cxn modelId="{821F1805-8E6A-194F-8FC3-66CEE9DBA746}" type="presParOf" srcId="{B24FE844-4062-9440-B95D-3BF6411209BE}" destId="{0F86B641-C84F-B849-A7B5-08D0FB65AD8A}" srcOrd="1" destOrd="0" presId="urn:microsoft.com/office/officeart/2008/layout/NameandTitleOrganizationalChart"/>
    <dgm:cxn modelId="{F3D012E3-82AB-A447-BE91-08DC573703B7}" type="presParOf" srcId="{0F86B641-C84F-B849-A7B5-08D0FB65AD8A}" destId="{1B0BBFD2-2901-924A-B9BA-459C8DB93953}" srcOrd="0" destOrd="0" presId="urn:microsoft.com/office/officeart/2008/layout/NameandTitleOrganizationalChart"/>
    <dgm:cxn modelId="{C500D843-A179-7546-8EB9-4210926A1C1F}" type="presParOf" srcId="{1B0BBFD2-2901-924A-B9BA-459C8DB93953}" destId="{606521C8-341E-2047-B55A-B30B4E9B5D0D}" srcOrd="0" destOrd="0" presId="urn:microsoft.com/office/officeart/2008/layout/NameandTitleOrganizationalChart"/>
    <dgm:cxn modelId="{0286FE7F-52FB-3C4D-B2FF-864DF8EB766D}" type="presParOf" srcId="{1B0BBFD2-2901-924A-B9BA-459C8DB93953}" destId="{21C51C96-8E57-4643-AFB3-E4AFBA51E0E9}" srcOrd="1" destOrd="0" presId="urn:microsoft.com/office/officeart/2008/layout/NameandTitleOrganizationalChart"/>
    <dgm:cxn modelId="{DC3DEE25-B863-8446-8C49-C635FBEB7874}" type="presParOf" srcId="{1B0BBFD2-2901-924A-B9BA-459C8DB93953}" destId="{BE31DC75-DF5C-0440-9A57-D280FE6D88E1}" srcOrd="2" destOrd="0" presId="urn:microsoft.com/office/officeart/2008/layout/NameandTitleOrganizationalChart"/>
    <dgm:cxn modelId="{85047313-8E53-EB45-B733-8C2AD4BADFC2}" type="presParOf" srcId="{0F86B641-C84F-B849-A7B5-08D0FB65AD8A}" destId="{5C8E7206-4B9B-2D4B-9FC1-2A58108ED1C7}" srcOrd="1" destOrd="0" presId="urn:microsoft.com/office/officeart/2008/layout/NameandTitleOrganizationalChart"/>
    <dgm:cxn modelId="{9A3D9184-4DE2-8A48-A1A9-D3302BD3D937}" type="presParOf" srcId="{5C8E7206-4B9B-2D4B-9FC1-2A58108ED1C7}" destId="{E0F3897D-697C-F74B-B5A4-FCCB45C868A2}" srcOrd="0" destOrd="0" presId="urn:microsoft.com/office/officeart/2008/layout/NameandTitleOrganizationalChart"/>
    <dgm:cxn modelId="{A5E88C5F-A900-1D44-A463-234803E9A26E}" type="presParOf" srcId="{5C8E7206-4B9B-2D4B-9FC1-2A58108ED1C7}" destId="{5577DCDE-710D-1442-B110-34A24A4F0DAB}" srcOrd="1" destOrd="0" presId="urn:microsoft.com/office/officeart/2008/layout/NameandTitleOrganizationalChart"/>
    <dgm:cxn modelId="{F8D0A326-BFD3-F74C-8D22-E9295BCB4389}" type="presParOf" srcId="{5577DCDE-710D-1442-B110-34A24A4F0DAB}" destId="{895A0384-DB45-CD49-9637-BC38408E921D}" srcOrd="0" destOrd="0" presId="urn:microsoft.com/office/officeart/2008/layout/NameandTitleOrganizationalChart"/>
    <dgm:cxn modelId="{558EF14E-97ED-094A-B4C7-B37424312EF8}" type="presParOf" srcId="{895A0384-DB45-CD49-9637-BC38408E921D}" destId="{1A976E49-657F-704F-A3F6-D1AE66B7B36F}" srcOrd="0" destOrd="0" presId="urn:microsoft.com/office/officeart/2008/layout/NameandTitleOrganizationalChart"/>
    <dgm:cxn modelId="{D1704316-E38E-034C-8DB9-417F12778A28}" type="presParOf" srcId="{895A0384-DB45-CD49-9637-BC38408E921D}" destId="{406778AF-E5B2-C144-B983-7ADB125DEE4B}" srcOrd="1" destOrd="0" presId="urn:microsoft.com/office/officeart/2008/layout/NameandTitleOrganizationalChart"/>
    <dgm:cxn modelId="{35BCA01A-F48C-584C-BBD5-C698C9DB3D4C}" type="presParOf" srcId="{895A0384-DB45-CD49-9637-BC38408E921D}" destId="{4B44677E-7F24-7442-917D-7B058416584A}" srcOrd="2" destOrd="0" presId="urn:microsoft.com/office/officeart/2008/layout/NameandTitleOrganizationalChart"/>
    <dgm:cxn modelId="{FC0CFEC3-385E-624F-A6E8-B38DBA525FB8}" type="presParOf" srcId="{5577DCDE-710D-1442-B110-34A24A4F0DAB}" destId="{207A947E-1374-AC46-80BB-FA2E6ACF44C9}" srcOrd="1" destOrd="0" presId="urn:microsoft.com/office/officeart/2008/layout/NameandTitleOrganizationalChart"/>
    <dgm:cxn modelId="{0967AB84-C1F0-0E44-9346-2ADDFA140EE2}" type="presParOf" srcId="{5577DCDE-710D-1442-B110-34A24A4F0DAB}" destId="{2BDAE958-0ED2-114A-910A-A622C361A590}" srcOrd="2" destOrd="0" presId="urn:microsoft.com/office/officeart/2008/layout/NameandTitleOrganizationalChart"/>
    <dgm:cxn modelId="{F4392139-AC87-4848-810C-A05B97F22EC7}" type="presParOf" srcId="{5C8E7206-4B9B-2D4B-9FC1-2A58108ED1C7}" destId="{D6858957-0E72-E54D-B2E8-90C2B6F7E768}" srcOrd="2" destOrd="0" presId="urn:microsoft.com/office/officeart/2008/layout/NameandTitleOrganizationalChart"/>
    <dgm:cxn modelId="{12920207-350D-1E48-A190-1B8F69C9D7F7}" type="presParOf" srcId="{5C8E7206-4B9B-2D4B-9FC1-2A58108ED1C7}" destId="{89BE555E-F8D6-514D-9AAD-6E3426F267C5}" srcOrd="3" destOrd="0" presId="urn:microsoft.com/office/officeart/2008/layout/NameandTitleOrganizationalChart"/>
    <dgm:cxn modelId="{40315BC2-B452-544C-A627-6D053BBC282A}" type="presParOf" srcId="{89BE555E-F8D6-514D-9AAD-6E3426F267C5}" destId="{B6C4A07F-CAF4-ED4C-B45B-26DE802E8CA6}" srcOrd="0" destOrd="0" presId="urn:microsoft.com/office/officeart/2008/layout/NameandTitleOrganizationalChart"/>
    <dgm:cxn modelId="{DA348F8B-421A-6844-AE16-63520612EAE9}" type="presParOf" srcId="{B6C4A07F-CAF4-ED4C-B45B-26DE802E8CA6}" destId="{82F3A7F2-541D-4B43-A34B-CCD5A4DBFB70}" srcOrd="0" destOrd="0" presId="urn:microsoft.com/office/officeart/2008/layout/NameandTitleOrganizationalChart"/>
    <dgm:cxn modelId="{925D93FE-9C0E-2A4F-8018-BB24C95EA404}" type="presParOf" srcId="{B6C4A07F-CAF4-ED4C-B45B-26DE802E8CA6}" destId="{B26A8303-EB25-7A41-A0B0-5DF6BB2210B7}" srcOrd="1" destOrd="0" presId="urn:microsoft.com/office/officeart/2008/layout/NameandTitleOrganizationalChart"/>
    <dgm:cxn modelId="{D07267F6-1A5C-9445-A6E2-387EAB361E10}" type="presParOf" srcId="{B6C4A07F-CAF4-ED4C-B45B-26DE802E8CA6}" destId="{E294BF9D-7580-454F-B4D1-CF0F1784BE22}" srcOrd="2" destOrd="0" presId="urn:microsoft.com/office/officeart/2008/layout/NameandTitleOrganizationalChart"/>
    <dgm:cxn modelId="{F6528691-E3A7-A648-8806-F667EEA236E8}" type="presParOf" srcId="{89BE555E-F8D6-514D-9AAD-6E3426F267C5}" destId="{80657CE9-B2C4-D04E-9A3A-7A70D6939F6B}" srcOrd="1" destOrd="0" presId="urn:microsoft.com/office/officeart/2008/layout/NameandTitleOrganizationalChart"/>
    <dgm:cxn modelId="{CB31441B-740F-2C40-B077-BFEC50C38DBC}" type="presParOf" srcId="{89BE555E-F8D6-514D-9AAD-6E3426F267C5}" destId="{C10A2C07-8B60-7E40-911C-D8C5A0E2C31B}" srcOrd="2" destOrd="0" presId="urn:microsoft.com/office/officeart/2008/layout/NameandTitleOrganizationalChart"/>
    <dgm:cxn modelId="{BA717798-24D9-BA4F-903E-D6210210E219}" type="presParOf" srcId="{5C8E7206-4B9B-2D4B-9FC1-2A58108ED1C7}" destId="{939116D0-134C-2246-9B81-031E59E19302}" srcOrd="4" destOrd="0" presId="urn:microsoft.com/office/officeart/2008/layout/NameandTitleOrganizationalChart"/>
    <dgm:cxn modelId="{482F2EB0-6F66-0B46-847C-84FFAF89985F}" type="presParOf" srcId="{5C8E7206-4B9B-2D4B-9FC1-2A58108ED1C7}" destId="{B9FCC39B-DD1B-FA41-A213-308E369A74E7}" srcOrd="5" destOrd="0" presId="urn:microsoft.com/office/officeart/2008/layout/NameandTitleOrganizationalChart"/>
    <dgm:cxn modelId="{B124EF94-DB17-164B-BE7C-593A02B1CED9}" type="presParOf" srcId="{B9FCC39B-DD1B-FA41-A213-308E369A74E7}" destId="{FE62AE06-4B67-8F4F-B32A-A4066AFA0F4A}" srcOrd="0" destOrd="0" presId="urn:microsoft.com/office/officeart/2008/layout/NameandTitleOrganizationalChart"/>
    <dgm:cxn modelId="{DCBFDF1C-4207-5A40-BDA5-823A6C8083B2}" type="presParOf" srcId="{FE62AE06-4B67-8F4F-B32A-A4066AFA0F4A}" destId="{AC491496-2DE1-3F48-BDD1-5BD64231F7BE}" srcOrd="0" destOrd="0" presId="urn:microsoft.com/office/officeart/2008/layout/NameandTitleOrganizationalChart"/>
    <dgm:cxn modelId="{E11A37DA-E6C3-B54E-86A3-3479561E9C23}" type="presParOf" srcId="{FE62AE06-4B67-8F4F-B32A-A4066AFA0F4A}" destId="{6398F939-A6C4-EB45-93EB-1867F610E593}" srcOrd="1" destOrd="0" presId="urn:microsoft.com/office/officeart/2008/layout/NameandTitleOrganizationalChart"/>
    <dgm:cxn modelId="{DAD5C196-4775-914F-981B-AD57CF581416}" type="presParOf" srcId="{FE62AE06-4B67-8F4F-B32A-A4066AFA0F4A}" destId="{3CE570C9-0930-004F-AA7E-F978360FA32E}" srcOrd="2" destOrd="0" presId="urn:microsoft.com/office/officeart/2008/layout/NameandTitleOrganizationalChart"/>
    <dgm:cxn modelId="{78807A5C-6C8A-6540-A7F6-76D9A8F57502}" type="presParOf" srcId="{B9FCC39B-DD1B-FA41-A213-308E369A74E7}" destId="{6C8232AC-1A85-7F49-AF10-2E241ED978C0}" srcOrd="1" destOrd="0" presId="urn:microsoft.com/office/officeart/2008/layout/NameandTitleOrganizationalChart"/>
    <dgm:cxn modelId="{E9E74A26-0833-A847-8EEC-7FFD0483339D}" type="presParOf" srcId="{B9FCC39B-DD1B-FA41-A213-308E369A74E7}" destId="{7522537D-79CA-9A40-B022-59462AE29094}" srcOrd="2" destOrd="0" presId="urn:microsoft.com/office/officeart/2008/layout/NameandTitleOrganizationalChart"/>
    <dgm:cxn modelId="{41512022-E994-8445-B2F3-D7CABBF2DC15}" type="presParOf" srcId="{5C8E7206-4B9B-2D4B-9FC1-2A58108ED1C7}" destId="{8945D730-3DCF-814E-B273-997539F61AC4}" srcOrd="6" destOrd="0" presId="urn:microsoft.com/office/officeart/2008/layout/NameandTitleOrganizationalChart"/>
    <dgm:cxn modelId="{B1AA2215-4942-2E41-90FD-DE023314BB75}" type="presParOf" srcId="{5C8E7206-4B9B-2D4B-9FC1-2A58108ED1C7}" destId="{353159AD-695F-5741-ABD1-B19B07A54024}" srcOrd="7" destOrd="0" presId="urn:microsoft.com/office/officeart/2008/layout/NameandTitleOrganizationalChart"/>
    <dgm:cxn modelId="{A3A2C793-7198-6441-8FC8-56DD523A047C}" type="presParOf" srcId="{353159AD-695F-5741-ABD1-B19B07A54024}" destId="{F6E1890C-DA1E-0C4D-92FA-4AE08F7E51EF}" srcOrd="0" destOrd="0" presId="urn:microsoft.com/office/officeart/2008/layout/NameandTitleOrganizationalChart"/>
    <dgm:cxn modelId="{125E3BAA-3CD5-A848-86CB-72FB8503F686}" type="presParOf" srcId="{F6E1890C-DA1E-0C4D-92FA-4AE08F7E51EF}" destId="{8D0E0148-DCF0-4F40-AF8B-0F41998CA709}" srcOrd="0" destOrd="0" presId="urn:microsoft.com/office/officeart/2008/layout/NameandTitleOrganizationalChart"/>
    <dgm:cxn modelId="{7C3FACD9-424B-B648-AE7A-D57A2445211B}" type="presParOf" srcId="{F6E1890C-DA1E-0C4D-92FA-4AE08F7E51EF}" destId="{8651B497-0DA5-F344-8EE5-A66E97642304}" srcOrd="1" destOrd="0" presId="urn:microsoft.com/office/officeart/2008/layout/NameandTitleOrganizationalChart"/>
    <dgm:cxn modelId="{9D81C20F-2066-0445-891A-54A595967C94}" type="presParOf" srcId="{F6E1890C-DA1E-0C4D-92FA-4AE08F7E51EF}" destId="{57D2EDD2-2B74-4749-9E67-6C20F9151467}" srcOrd="2" destOrd="0" presId="urn:microsoft.com/office/officeart/2008/layout/NameandTitleOrganizationalChart"/>
    <dgm:cxn modelId="{36FA27CC-9D07-204D-9646-4F54815BED3A}" type="presParOf" srcId="{353159AD-695F-5741-ABD1-B19B07A54024}" destId="{BE74F212-3D42-B843-8362-E50EAC5D1A69}" srcOrd="1" destOrd="0" presId="urn:microsoft.com/office/officeart/2008/layout/NameandTitleOrganizationalChart"/>
    <dgm:cxn modelId="{F75BB8CB-461F-3F4E-A549-DCB230FE55BD}" type="presParOf" srcId="{353159AD-695F-5741-ABD1-B19B07A54024}" destId="{E71005B8-FEB5-9A40-A006-43704100DE9E}" srcOrd="2" destOrd="0" presId="urn:microsoft.com/office/officeart/2008/layout/NameandTitleOrganizationalChart"/>
    <dgm:cxn modelId="{3AEE773A-FBE0-B24D-9678-FCFA6409D2B0}" type="presParOf" srcId="{0F86B641-C84F-B849-A7B5-08D0FB65AD8A}" destId="{14C3EF33-D19C-1D4D-9974-34BB7F168F0E}" srcOrd="2" destOrd="0" presId="urn:microsoft.com/office/officeart/2008/layout/NameandTitleOrganizationalChart"/>
    <dgm:cxn modelId="{0E0E7A50-C65B-1A42-A17C-5FE68E69C534}" type="presParOf" srcId="{4905C8D0-ADD2-694D-92D8-37737C4599C4}" destId="{E5DDB507-742A-FA4B-806A-E4111C8C8028}" srcOrd="2" destOrd="0" presId="urn:microsoft.com/office/officeart/2008/layout/NameandTitleOrganizationalChart"/>
    <dgm:cxn modelId="{08A97C33-38EE-0F4D-9CDC-4575AAE62B7C}" type="presParOf" srcId="{B0241F86-E6F8-9643-944F-16B55FBC323A}" destId="{14E559AE-9288-E94D-9E4A-D5397630EBC7}" srcOrd="4" destOrd="0" presId="urn:microsoft.com/office/officeart/2008/layout/NameandTitleOrganizationalChart"/>
    <dgm:cxn modelId="{6B7E4FF8-F09C-4E4F-AAAC-0611BA09265E}" type="presParOf" srcId="{B0241F86-E6F8-9643-944F-16B55FBC323A}" destId="{62EE8D6C-2533-F54C-B57D-3DCC4811F1D8}" srcOrd="5" destOrd="0" presId="urn:microsoft.com/office/officeart/2008/layout/NameandTitleOrganizationalChart"/>
    <dgm:cxn modelId="{9123C0B3-C733-DE42-A590-E10A53FC6031}" type="presParOf" srcId="{62EE8D6C-2533-F54C-B57D-3DCC4811F1D8}" destId="{54DB449A-22F1-2344-BD0D-EB2C6B1BF9B4}" srcOrd="0" destOrd="0" presId="urn:microsoft.com/office/officeart/2008/layout/NameandTitleOrganizationalChart"/>
    <dgm:cxn modelId="{C14D709D-DFD6-7744-BF88-484D6D9737C8}" type="presParOf" srcId="{54DB449A-22F1-2344-BD0D-EB2C6B1BF9B4}" destId="{8638B934-2E5F-3141-8758-1DB97F2F0F33}" srcOrd="0" destOrd="0" presId="urn:microsoft.com/office/officeart/2008/layout/NameandTitleOrganizationalChart"/>
    <dgm:cxn modelId="{664A2E82-4B17-3C44-86F1-AA1194D15949}" type="presParOf" srcId="{54DB449A-22F1-2344-BD0D-EB2C6B1BF9B4}" destId="{66E6BF7C-C219-C043-BB34-BC47F6C2D679}" srcOrd="1" destOrd="0" presId="urn:microsoft.com/office/officeart/2008/layout/NameandTitleOrganizationalChart"/>
    <dgm:cxn modelId="{94E6498E-C314-BE4D-9061-CA91AF5AA0A5}" type="presParOf" srcId="{54DB449A-22F1-2344-BD0D-EB2C6B1BF9B4}" destId="{1B56A4E1-BD2B-F442-80F9-9B636CAF8C2E}" srcOrd="2" destOrd="0" presId="urn:microsoft.com/office/officeart/2008/layout/NameandTitleOrganizationalChart"/>
    <dgm:cxn modelId="{F694E2F1-55CE-4D43-BC84-57AD147BEAF4}" type="presParOf" srcId="{62EE8D6C-2533-F54C-B57D-3DCC4811F1D8}" destId="{4F405C5A-5442-7F4F-A43A-2AFA785CE1C1}" srcOrd="1" destOrd="0" presId="urn:microsoft.com/office/officeart/2008/layout/NameandTitleOrganizationalChart"/>
    <dgm:cxn modelId="{7665A48F-CA5D-8841-83BB-A8B9AA11517C}" type="presParOf" srcId="{4F405C5A-5442-7F4F-A43A-2AFA785CE1C1}" destId="{7DB94D2D-985D-5C43-A6E0-FAAEDC273BA4}" srcOrd="0" destOrd="0" presId="urn:microsoft.com/office/officeart/2008/layout/NameandTitleOrganizationalChart"/>
    <dgm:cxn modelId="{B200B660-2318-B146-B1C8-8411C281F1FE}" type="presParOf" srcId="{4F405C5A-5442-7F4F-A43A-2AFA785CE1C1}" destId="{387214C9-AA59-9C4F-9528-D4974950EFCF}" srcOrd="1" destOrd="0" presId="urn:microsoft.com/office/officeart/2008/layout/NameandTitleOrganizationalChart"/>
    <dgm:cxn modelId="{FCCA9A01-F4F6-5C4B-94BC-AB230CF458C0}" type="presParOf" srcId="{387214C9-AA59-9C4F-9528-D4974950EFCF}" destId="{FDC1081A-B429-A945-8411-3A5D24EB3A29}" srcOrd="0" destOrd="0" presId="urn:microsoft.com/office/officeart/2008/layout/NameandTitleOrganizationalChart"/>
    <dgm:cxn modelId="{C2551E42-82A0-994E-B784-FFB8268D31D0}" type="presParOf" srcId="{FDC1081A-B429-A945-8411-3A5D24EB3A29}" destId="{7A774636-7B60-A449-8BD5-14E0E46DEEC1}" srcOrd="0" destOrd="0" presId="urn:microsoft.com/office/officeart/2008/layout/NameandTitleOrganizationalChart"/>
    <dgm:cxn modelId="{84C8EE4E-3D9C-8446-B726-8D8956FE2206}" type="presParOf" srcId="{FDC1081A-B429-A945-8411-3A5D24EB3A29}" destId="{075E499B-5B8A-8A41-B964-2CCA4FC18204}" srcOrd="1" destOrd="0" presId="urn:microsoft.com/office/officeart/2008/layout/NameandTitleOrganizationalChart"/>
    <dgm:cxn modelId="{7F2CAE36-0013-CD45-8CDA-D8BFB53FF875}" type="presParOf" srcId="{FDC1081A-B429-A945-8411-3A5D24EB3A29}" destId="{69D80B77-C4C3-634C-9306-E7564BFE6371}" srcOrd="2" destOrd="0" presId="urn:microsoft.com/office/officeart/2008/layout/NameandTitleOrganizationalChart"/>
    <dgm:cxn modelId="{14BCC32A-89BA-594B-B4A8-788BDDAFDDF2}" type="presParOf" srcId="{387214C9-AA59-9C4F-9528-D4974950EFCF}" destId="{6D4EBDFF-D69F-E042-A92C-24EC473200C0}" srcOrd="1" destOrd="0" presId="urn:microsoft.com/office/officeart/2008/layout/NameandTitleOrganizationalChart"/>
    <dgm:cxn modelId="{EDC05679-0002-CE4B-B9AB-8CBD8EBF75D9}" type="presParOf" srcId="{6D4EBDFF-D69F-E042-A92C-24EC473200C0}" destId="{A8C57FA3-12BA-7546-B62B-85F9DB9778CB}" srcOrd="0" destOrd="0" presId="urn:microsoft.com/office/officeart/2008/layout/NameandTitleOrganizationalChart"/>
    <dgm:cxn modelId="{15AB60ED-06AF-7E4E-9CBF-45604A2A587F}" type="presParOf" srcId="{6D4EBDFF-D69F-E042-A92C-24EC473200C0}" destId="{92063F2D-9435-C946-9792-4240B459AFDC}" srcOrd="1" destOrd="0" presId="urn:microsoft.com/office/officeart/2008/layout/NameandTitleOrganizationalChart"/>
    <dgm:cxn modelId="{B7A3FCB2-285F-5C4E-ACFD-7F587ADB9FC9}" type="presParOf" srcId="{92063F2D-9435-C946-9792-4240B459AFDC}" destId="{870058C2-6985-8F40-81D9-7800595BCA61}" srcOrd="0" destOrd="0" presId="urn:microsoft.com/office/officeart/2008/layout/NameandTitleOrganizationalChart"/>
    <dgm:cxn modelId="{580B0DFC-AC6A-104D-BFD4-0DCADAE37682}" type="presParOf" srcId="{870058C2-6985-8F40-81D9-7800595BCA61}" destId="{E43FA327-39DA-7B49-8AC9-8872F5FA70A8}" srcOrd="0" destOrd="0" presId="urn:microsoft.com/office/officeart/2008/layout/NameandTitleOrganizationalChart"/>
    <dgm:cxn modelId="{9970CAF8-1038-AC4D-BAF9-3FDBDF2E299E}" type="presParOf" srcId="{870058C2-6985-8F40-81D9-7800595BCA61}" destId="{1328A88C-60B8-4B43-8B35-D20ABC9559B2}" srcOrd="1" destOrd="0" presId="urn:microsoft.com/office/officeart/2008/layout/NameandTitleOrganizationalChart"/>
    <dgm:cxn modelId="{E7140338-7A02-5345-8CB4-F3914CFFF632}" type="presParOf" srcId="{870058C2-6985-8F40-81D9-7800595BCA61}" destId="{09B97AD3-6469-2B48-90F4-823E29BCA293}" srcOrd="2" destOrd="0" presId="urn:microsoft.com/office/officeart/2008/layout/NameandTitleOrganizationalChart"/>
    <dgm:cxn modelId="{7A88B624-3698-0C4B-8289-29DB6E88B512}" type="presParOf" srcId="{92063F2D-9435-C946-9792-4240B459AFDC}" destId="{8B6B504F-0A83-6C41-8C9D-30FC67BF7692}" srcOrd="1" destOrd="0" presId="urn:microsoft.com/office/officeart/2008/layout/NameandTitleOrganizationalChart"/>
    <dgm:cxn modelId="{06676F06-DC7C-1042-A0E9-242F000B7027}" type="presParOf" srcId="{92063F2D-9435-C946-9792-4240B459AFDC}" destId="{28BF16AB-8AD4-D44C-890F-E70AFFA67A35}" srcOrd="2" destOrd="0" presId="urn:microsoft.com/office/officeart/2008/layout/NameandTitleOrganizationalChart"/>
    <dgm:cxn modelId="{28A20690-37C7-B247-B739-A1AE386CA005}" type="presParOf" srcId="{6D4EBDFF-D69F-E042-A92C-24EC473200C0}" destId="{B3A31527-5779-E144-97DF-5B11C1A66824}" srcOrd="2" destOrd="0" presId="urn:microsoft.com/office/officeart/2008/layout/NameandTitleOrganizationalChart"/>
    <dgm:cxn modelId="{185E2133-8C96-F948-A523-76A0D79FA364}" type="presParOf" srcId="{6D4EBDFF-D69F-E042-A92C-24EC473200C0}" destId="{AF33657D-5002-FF44-8C8B-43D9515750ED}" srcOrd="3" destOrd="0" presId="urn:microsoft.com/office/officeart/2008/layout/NameandTitleOrganizationalChart"/>
    <dgm:cxn modelId="{295A02B0-35BB-C340-A53D-197808DA356A}" type="presParOf" srcId="{AF33657D-5002-FF44-8C8B-43D9515750ED}" destId="{67E67E94-FCD6-7C41-B5EC-D6C84A7ED7A4}" srcOrd="0" destOrd="0" presId="urn:microsoft.com/office/officeart/2008/layout/NameandTitleOrganizationalChart"/>
    <dgm:cxn modelId="{AE9B7C9E-827F-D14D-90A7-621C3A2B2FFB}" type="presParOf" srcId="{67E67E94-FCD6-7C41-B5EC-D6C84A7ED7A4}" destId="{CAB5A401-2276-A347-81B0-43CED99B73E4}" srcOrd="0" destOrd="0" presId="urn:microsoft.com/office/officeart/2008/layout/NameandTitleOrganizationalChart"/>
    <dgm:cxn modelId="{256E4244-F1C2-4645-904B-FB298FFC13EC}" type="presParOf" srcId="{67E67E94-FCD6-7C41-B5EC-D6C84A7ED7A4}" destId="{DFB40A3D-D0B5-4749-9195-235FD1EAEF4F}" srcOrd="1" destOrd="0" presId="urn:microsoft.com/office/officeart/2008/layout/NameandTitleOrganizationalChart"/>
    <dgm:cxn modelId="{F97A9DCB-EA0E-A349-AE1C-046A64C678FD}" type="presParOf" srcId="{67E67E94-FCD6-7C41-B5EC-D6C84A7ED7A4}" destId="{191C392B-176D-1E4B-893E-D0CF4B29A87A}" srcOrd="2" destOrd="0" presId="urn:microsoft.com/office/officeart/2008/layout/NameandTitleOrganizationalChart"/>
    <dgm:cxn modelId="{56D5D146-2397-744A-AF65-9600E69F8671}" type="presParOf" srcId="{AF33657D-5002-FF44-8C8B-43D9515750ED}" destId="{C0F49CA8-AB18-064C-91DF-246CDB643F33}" srcOrd="1" destOrd="0" presId="urn:microsoft.com/office/officeart/2008/layout/NameandTitleOrganizationalChart"/>
    <dgm:cxn modelId="{DA173E9A-56D9-D942-831A-8548B9F3AE27}" type="presParOf" srcId="{AF33657D-5002-FF44-8C8B-43D9515750ED}" destId="{976A02CC-16E9-D342-BE2B-8A80ED14A990}" srcOrd="2" destOrd="0" presId="urn:microsoft.com/office/officeart/2008/layout/NameandTitleOrganizationalChart"/>
    <dgm:cxn modelId="{BFF265C8-6B97-784D-8090-C38F344435AD}" type="presParOf" srcId="{6D4EBDFF-D69F-E042-A92C-24EC473200C0}" destId="{CFD047BD-1C1B-9F46-B48D-BFCF65CD176C}" srcOrd="4" destOrd="0" presId="urn:microsoft.com/office/officeart/2008/layout/NameandTitleOrganizationalChart"/>
    <dgm:cxn modelId="{0A3228B5-3F0F-A044-AAEF-F4A0A54E4581}" type="presParOf" srcId="{6D4EBDFF-D69F-E042-A92C-24EC473200C0}" destId="{587008C1-F0EC-9449-8356-BFD816A373C4}" srcOrd="5" destOrd="0" presId="urn:microsoft.com/office/officeart/2008/layout/NameandTitleOrganizationalChart"/>
    <dgm:cxn modelId="{776CEA63-1E5B-5749-995B-94E725A25AE0}" type="presParOf" srcId="{587008C1-F0EC-9449-8356-BFD816A373C4}" destId="{47DDC221-3545-AE4A-94A5-447FA886C6F6}" srcOrd="0" destOrd="0" presId="urn:microsoft.com/office/officeart/2008/layout/NameandTitleOrganizationalChart"/>
    <dgm:cxn modelId="{E2E49AFC-FD4D-5249-91A3-73A3E9C04B0F}" type="presParOf" srcId="{47DDC221-3545-AE4A-94A5-447FA886C6F6}" destId="{8695BDCF-52AC-9441-85DD-2B9C4C2089FE}" srcOrd="0" destOrd="0" presId="urn:microsoft.com/office/officeart/2008/layout/NameandTitleOrganizationalChart"/>
    <dgm:cxn modelId="{D4F44899-D366-9F42-8511-A8548D21BCBF}" type="presParOf" srcId="{47DDC221-3545-AE4A-94A5-447FA886C6F6}" destId="{FD823F08-99AC-2B40-9B2C-661CC1ECBF6B}" srcOrd="1" destOrd="0" presId="urn:microsoft.com/office/officeart/2008/layout/NameandTitleOrganizationalChart"/>
    <dgm:cxn modelId="{241D52F5-FE5F-6842-8E3F-D0717DB4DA89}" type="presParOf" srcId="{47DDC221-3545-AE4A-94A5-447FA886C6F6}" destId="{9B9627BA-81F2-3F40-ABC6-C6B23459D7C2}" srcOrd="2" destOrd="0" presId="urn:microsoft.com/office/officeart/2008/layout/NameandTitleOrganizationalChart"/>
    <dgm:cxn modelId="{C361D34E-D80E-EE4A-AAFF-FD036A95B775}" type="presParOf" srcId="{587008C1-F0EC-9449-8356-BFD816A373C4}" destId="{1CD0DF21-634E-9A47-B5EA-7861059658A1}" srcOrd="1" destOrd="0" presId="urn:microsoft.com/office/officeart/2008/layout/NameandTitleOrganizationalChart"/>
    <dgm:cxn modelId="{F3A8F293-E64D-6242-887F-4CD2D1B05DB5}" type="presParOf" srcId="{587008C1-F0EC-9449-8356-BFD816A373C4}" destId="{5DCAC7FC-40F0-FB4E-B6B2-484114300EB9}" srcOrd="2" destOrd="0" presId="urn:microsoft.com/office/officeart/2008/layout/NameandTitleOrganizationalChart"/>
    <dgm:cxn modelId="{0ADB1A94-535B-2D46-B3CA-8072D7119058}" type="presParOf" srcId="{387214C9-AA59-9C4F-9528-D4974950EFCF}" destId="{A62AA303-8486-3940-AB80-36A533C6D7F0}" srcOrd="2" destOrd="0" presId="urn:microsoft.com/office/officeart/2008/layout/NameandTitleOrganizationalChart"/>
    <dgm:cxn modelId="{739D72F6-FB93-F048-A8AB-0C8D4144DAB3}" type="presParOf" srcId="{62EE8D6C-2533-F54C-B57D-3DCC4811F1D8}" destId="{65B7D37B-34DC-034E-A195-DF3D4394728A}" srcOrd="2" destOrd="0" presId="urn:microsoft.com/office/officeart/2008/layout/NameandTitleOrganizationalChart"/>
    <dgm:cxn modelId="{D646D0A8-D849-6C43-95FE-5311B3762B45}" type="presParOf" srcId="{B0241F86-E6F8-9643-944F-16B55FBC323A}" destId="{E8B88280-1762-644A-920B-FFCC1493D596}" srcOrd="6" destOrd="0" presId="urn:microsoft.com/office/officeart/2008/layout/NameandTitleOrganizationalChart"/>
    <dgm:cxn modelId="{35CFBC90-CD99-674E-B6D3-22AEAA75698B}" type="presParOf" srcId="{B0241F86-E6F8-9643-944F-16B55FBC323A}" destId="{F4888492-3AD0-FE41-AB22-F0D459F09501}" srcOrd="7" destOrd="0" presId="urn:microsoft.com/office/officeart/2008/layout/NameandTitleOrganizationalChart"/>
    <dgm:cxn modelId="{9826057F-CDA6-E64C-9381-1927ECFA9624}" type="presParOf" srcId="{F4888492-3AD0-FE41-AB22-F0D459F09501}" destId="{CB8B0174-2161-804D-A7A3-20A40B4207C7}" srcOrd="0" destOrd="0" presId="urn:microsoft.com/office/officeart/2008/layout/NameandTitleOrganizationalChart"/>
    <dgm:cxn modelId="{DAEBCACF-02CA-6642-83FD-13BD5747930E}" type="presParOf" srcId="{CB8B0174-2161-804D-A7A3-20A40B4207C7}" destId="{464B9BC1-3EE4-504D-8569-9218F2FAFEA4}" srcOrd="0" destOrd="0" presId="urn:microsoft.com/office/officeart/2008/layout/NameandTitleOrganizationalChart"/>
    <dgm:cxn modelId="{0C0C47BD-955F-AB4F-A380-9C60C2CF6A76}" type="presParOf" srcId="{CB8B0174-2161-804D-A7A3-20A40B4207C7}" destId="{20BA0022-46AD-8D4B-89A4-E4876D39E04B}" srcOrd="1" destOrd="0" presId="urn:microsoft.com/office/officeart/2008/layout/NameandTitleOrganizationalChart"/>
    <dgm:cxn modelId="{AA203FB5-BCBF-F04E-B6EB-9A50707DE2FF}" type="presParOf" srcId="{CB8B0174-2161-804D-A7A3-20A40B4207C7}" destId="{14AEAFE0-AD3F-1F4E-B202-38BEEEB117F4}" srcOrd="2" destOrd="0" presId="urn:microsoft.com/office/officeart/2008/layout/NameandTitleOrganizationalChart"/>
    <dgm:cxn modelId="{71B25A68-C16C-664A-9E03-704FE6E80320}" type="presParOf" srcId="{F4888492-3AD0-FE41-AB22-F0D459F09501}" destId="{4C9BD027-24C9-E94B-82E6-83B2A2BDCFDA}" srcOrd="1" destOrd="0" presId="urn:microsoft.com/office/officeart/2008/layout/NameandTitleOrganizationalChart"/>
    <dgm:cxn modelId="{840CE2C9-A321-F147-BFDA-FFBD42A9751E}" type="presParOf" srcId="{F4888492-3AD0-FE41-AB22-F0D459F09501}" destId="{892311F6-C102-9A4E-995E-4375C94B04BD}" srcOrd="2" destOrd="0" presId="urn:microsoft.com/office/officeart/2008/layout/NameandTitleOrganizationalChart"/>
    <dgm:cxn modelId="{764AFE60-C832-2843-A240-518259EBF2A1}" type="presParOf" srcId="{B0241F86-E6F8-9643-944F-16B55FBC323A}" destId="{64AF7FA0-D569-6B44-8A10-F02661A535D4}" srcOrd="8" destOrd="0" presId="urn:microsoft.com/office/officeart/2008/layout/NameandTitleOrganizationalChart"/>
    <dgm:cxn modelId="{F4F058B2-2475-EB4B-84CA-E29C5611E45D}" type="presParOf" srcId="{B0241F86-E6F8-9643-944F-16B55FBC323A}" destId="{FC4B965F-5FA4-4D42-8ABF-81A092426D1F}" srcOrd="9" destOrd="0" presId="urn:microsoft.com/office/officeart/2008/layout/NameandTitleOrganizationalChart"/>
    <dgm:cxn modelId="{F54C27C5-0A71-FD4D-9D87-6235FCB5566A}" type="presParOf" srcId="{FC4B965F-5FA4-4D42-8ABF-81A092426D1F}" destId="{D3C88FB1-A711-4A48-80CA-F0248F382D0F}" srcOrd="0" destOrd="0" presId="urn:microsoft.com/office/officeart/2008/layout/NameandTitleOrganizationalChart"/>
    <dgm:cxn modelId="{DB38D5E3-53AD-4C49-94A5-D9D0287A68E1}" type="presParOf" srcId="{D3C88FB1-A711-4A48-80CA-F0248F382D0F}" destId="{4DBCBA4A-38CB-2D46-B065-728CE209827E}" srcOrd="0" destOrd="0" presId="urn:microsoft.com/office/officeart/2008/layout/NameandTitleOrganizationalChart"/>
    <dgm:cxn modelId="{F27928EC-5F32-664E-AF9D-0EC123A5EFBA}" type="presParOf" srcId="{D3C88FB1-A711-4A48-80CA-F0248F382D0F}" destId="{7DAEEF50-40A4-C446-A895-CCA5659A4EBC}" srcOrd="1" destOrd="0" presId="urn:microsoft.com/office/officeart/2008/layout/NameandTitleOrganizationalChart"/>
    <dgm:cxn modelId="{BD24E13F-125A-F744-BC28-3884CA2487F9}" type="presParOf" srcId="{D3C88FB1-A711-4A48-80CA-F0248F382D0F}" destId="{11D994B0-8FBD-BA4C-BF6B-2BE9757BF95B}" srcOrd="2" destOrd="0" presId="urn:microsoft.com/office/officeart/2008/layout/NameandTitleOrganizationalChart"/>
    <dgm:cxn modelId="{26379A71-F901-8947-8562-FFE14CC300C8}" type="presParOf" srcId="{FC4B965F-5FA4-4D42-8ABF-81A092426D1F}" destId="{89D022DB-BE4E-4540-979E-E964B4F094EB}" srcOrd="1" destOrd="0" presId="urn:microsoft.com/office/officeart/2008/layout/NameandTitleOrganizationalChart"/>
    <dgm:cxn modelId="{6A05B0F6-9ECB-D142-A04E-4A642BF19385}" type="presParOf" srcId="{FC4B965F-5FA4-4D42-8ABF-81A092426D1F}" destId="{A4A51622-CB96-D843-9D24-AFED7C0C9DA1}" srcOrd="2" destOrd="0" presId="urn:microsoft.com/office/officeart/2008/layout/NameandTitleOrganizationalChart"/>
    <dgm:cxn modelId="{E55DB885-373E-FA46-81D9-4EB13E9A8AB5}" type="presParOf" srcId="{0CB580BA-47D4-624A-A994-369BE620E28C}" destId="{BF41621B-0832-5E4D-8507-9FB500F70E29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A506F-6D93-9E47-BBA7-F9071294F798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E229B481-CFD9-EF43-BB0E-1E1C25D82B79}">
      <dgm:prSet phldrT="[Text]"/>
      <dgm:spPr/>
      <dgm:t>
        <a:bodyPr/>
        <a:lstStyle/>
        <a:p>
          <a:r>
            <a:rPr lang="pt-PT" dirty="0" err="1" smtClean="0"/>
            <a:t>iContact’s</a:t>
          </a:r>
          <a:r>
            <a:rPr lang="pt-PT" dirty="0" smtClean="0"/>
            <a:t> Menu</a:t>
          </a:r>
          <a:endParaRPr lang="pt-PT" dirty="0"/>
        </a:p>
      </dgm:t>
    </dgm:pt>
    <dgm:pt modelId="{5B7E6BB4-AD11-954C-B914-0D6D836072F3}" type="parTrans" cxnId="{7110F404-2D81-BD4E-9142-CC7C0044553D}">
      <dgm:prSet/>
      <dgm:spPr/>
      <dgm:t>
        <a:bodyPr/>
        <a:lstStyle/>
        <a:p>
          <a:endParaRPr lang="pt-PT"/>
        </a:p>
      </dgm:t>
    </dgm:pt>
    <dgm:pt modelId="{54F39B94-C2EE-9545-8E51-13C0740EC254}" type="sibTrans" cxnId="{7110F404-2D81-BD4E-9142-CC7C0044553D}">
      <dgm:prSet/>
      <dgm:spPr/>
      <dgm:t>
        <a:bodyPr/>
        <a:lstStyle/>
        <a:p>
          <a:endParaRPr lang="pt-PT"/>
        </a:p>
      </dgm:t>
    </dgm:pt>
    <dgm:pt modelId="{F0473183-EAE8-6C4E-9254-70FF0F2CAE51}" type="asst">
      <dgm:prSet phldrT="[Text]"/>
      <dgm:spPr/>
      <dgm:t>
        <a:bodyPr/>
        <a:lstStyle/>
        <a:p>
          <a:r>
            <a:rPr lang="pt-PT" dirty="0" err="1" smtClean="0"/>
            <a:t>Contacts</a:t>
          </a:r>
          <a:endParaRPr lang="pt-PT" dirty="0"/>
        </a:p>
      </dgm:t>
    </dgm:pt>
    <dgm:pt modelId="{9B55F0B8-55C8-DF46-8D76-1DD19CDDF413}" type="parTrans" cxnId="{CCE8BCD6-6BB9-2D45-9FCE-4FE7F638F556}">
      <dgm:prSet/>
      <dgm:spPr/>
      <dgm:t>
        <a:bodyPr/>
        <a:lstStyle/>
        <a:p>
          <a:endParaRPr lang="pt-PT"/>
        </a:p>
      </dgm:t>
    </dgm:pt>
    <dgm:pt modelId="{F3083259-46D9-8349-A17F-FEDFC85C1BC5}" type="sibTrans" cxnId="{CCE8BCD6-6BB9-2D45-9FCE-4FE7F638F556}">
      <dgm:prSet/>
      <dgm:spPr/>
      <dgm:t>
        <a:bodyPr/>
        <a:lstStyle/>
        <a:p>
          <a:endParaRPr lang="pt-PT"/>
        </a:p>
      </dgm:t>
    </dgm:pt>
    <dgm:pt modelId="{3D59212E-0BCF-C849-92C1-6AD81D2575B2}">
      <dgm:prSet phldrT="[Text]"/>
      <dgm:spPr/>
      <dgm:t>
        <a:bodyPr/>
        <a:lstStyle/>
        <a:p>
          <a:r>
            <a:rPr lang="pt-PT" dirty="0" err="1" smtClean="0"/>
            <a:t>Send</a:t>
          </a:r>
          <a:endParaRPr lang="pt-PT" dirty="0"/>
        </a:p>
      </dgm:t>
    </dgm:pt>
    <dgm:pt modelId="{DABA08E7-46AA-B443-9A1D-00A8FB8BE2F5}" type="parTrans" cxnId="{A5716A58-7DC9-7846-878B-E0A21BFFEF8C}">
      <dgm:prSet/>
      <dgm:spPr/>
      <dgm:t>
        <a:bodyPr/>
        <a:lstStyle/>
        <a:p>
          <a:endParaRPr lang="pt-PT"/>
        </a:p>
      </dgm:t>
    </dgm:pt>
    <dgm:pt modelId="{B78C9E45-F26D-5B4F-B4D3-28C417A84729}" type="sibTrans" cxnId="{A5716A58-7DC9-7846-878B-E0A21BFFEF8C}">
      <dgm:prSet/>
      <dgm:spPr/>
      <dgm:t>
        <a:bodyPr/>
        <a:lstStyle/>
        <a:p>
          <a:endParaRPr lang="pt-PT"/>
        </a:p>
      </dgm:t>
    </dgm:pt>
    <dgm:pt modelId="{20044E96-55DD-EB40-924A-084D2790ED94}">
      <dgm:prSet phldrT="[Text]"/>
      <dgm:spPr/>
      <dgm:t>
        <a:bodyPr/>
        <a:lstStyle/>
        <a:p>
          <a:r>
            <a:rPr lang="pt-PT" dirty="0" err="1" smtClean="0"/>
            <a:t>Track</a:t>
          </a:r>
          <a:endParaRPr lang="pt-PT" dirty="0"/>
        </a:p>
      </dgm:t>
    </dgm:pt>
    <dgm:pt modelId="{B8167AFF-7A1E-0E48-82B3-E69F17C2A24F}" type="parTrans" cxnId="{E6883BBA-EC26-2640-951D-413530AE9E50}">
      <dgm:prSet/>
      <dgm:spPr/>
      <dgm:t>
        <a:bodyPr/>
        <a:lstStyle/>
        <a:p>
          <a:endParaRPr lang="pt-PT"/>
        </a:p>
      </dgm:t>
    </dgm:pt>
    <dgm:pt modelId="{0266BA2D-7DFB-A04D-B6CF-0A8AA68B0C8C}" type="sibTrans" cxnId="{E6883BBA-EC26-2640-951D-413530AE9E50}">
      <dgm:prSet/>
      <dgm:spPr/>
      <dgm:t>
        <a:bodyPr/>
        <a:lstStyle/>
        <a:p>
          <a:endParaRPr lang="pt-PT"/>
        </a:p>
      </dgm:t>
    </dgm:pt>
    <dgm:pt modelId="{58997EE1-1244-B944-909D-2D80220979DA}">
      <dgm:prSet phldrT="[Text]"/>
      <dgm:spPr/>
      <dgm:t>
        <a:bodyPr/>
        <a:lstStyle/>
        <a:p>
          <a:r>
            <a:rPr lang="pt-PT" dirty="0" err="1" smtClean="0"/>
            <a:t>Lists</a:t>
          </a:r>
          <a:endParaRPr lang="pt-PT" dirty="0"/>
        </a:p>
      </dgm:t>
    </dgm:pt>
    <dgm:pt modelId="{F513F9EE-9620-384D-9414-4B509CDD2011}" type="parTrans" cxnId="{B9E50776-B4D8-3448-A688-257D672CC760}">
      <dgm:prSet/>
      <dgm:spPr/>
      <dgm:t>
        <a:bodyPr/>
        <a:lstStyle/>
        <a:p>
          <a:endParaRPr lang="pt-PT"/>
        </a:p>
      </dgm:t>
    </dgm:pt>
    <dgm:pt modelId="{C8331088-258A-7A45-931F-38FE63896D96}" type="sibTrans" cxnId="{B9E50776-B4D8-3448-A688-257D672CC760}">
      <dgm:prSet/>
      <dgm:spPr/>
      <dgm:t>
        <a:bodyPr/>
        <a:lstStyle/>
        <a:p>
          <a:endParaRPr lang="pt-PT"/>
        </a:p>
      </dgm:t>
    </dgm:pt>
    <dgm:pt modelId="{8D863C78-A848-064F-9DB9-EDDCDC30F627}">
      <dgm:prSet phldrT="[Text]"/>
      <dgm:spPr/>
      <dgm:t>
        <a:bodyPr/>
        <a:lstStyle/>
        <a:p>
          <a:r>
            <a:rPr lang="pt-PT" dirty="0" err="1" smtClean="0"/>
            <a:t>About</a:t>
          </a:r>
          <a:endParaRPr lang="pt-PT" dirty="0"/>
        </a:p>
      </dgm:t>
    </dgm:pt>
    <dgm:pt modelId="{DCF0541B-8C8A-414B-A6CF-8C264E713812}" type="parTrans" cxnId="{1C1FD8E3-63FF-4148-9CAD-553F21B0D05A}">
      <dgm:prSet/>
      <dgm:spPr/>
      <dgm:t>
        <a:bodyPr/>
        <a:lstStyle/>
        <a:p>
          <a:endParaRPr lang="pt-PT"/>
        </a:p>
      </dgm:t>
    </dgm:pt>
    <dgm:pt modelId="{5FFA3C1D-EFE0-9A4C-8018-0BA9C5CC660A}" type="sibTrans" cxnId="{1C1FD8E3-63FF-4148-9CAD-553F21B0D05A}">
      <dgm:prSet/>
      <dgm:spPr/>
      <dgm:t>
        <a:bodyPr/>
        <a:lstStyle/>
        <a:p>
          <a:endParaRPr lang="pt-PT"/>
        </a:p>
      </dgm:t>
    </dgm:pt>
    <dgm:pt modelId="{A3D1CA67-4F58-2C42-B181-215BA8B92363}" type="asst">
      <dgm:prSet phldrT="[Text]"/>
      <dgm:spPr/>
      <dgm:t>
        <a:bodyPr/>
        <a:lstStyle/>
        <a:p>
          <a:r>
            <a:rPr lang="pt-PT" dirty="0" err="1" smtClean="0"/>
            <a:t>Search</a:t>
          </a:r>
          <a:r>
            <a:rPr lang="pt-PT" dirty="0" smtClean="0"/>
            <a:t> for </a:t>
          </a:r>
          <a:r>
            <a:rPr lang="pt-PT" dirty="0" err="1" smtClean="0"/>
            <a:t>contact</a:t>
          </a:r>
          <a:endParaRPr lang="pt-PT" dirty="0"/>
        </a:p>
      </dgm:t>
    </dgm:pt>
    <dgm:pt modelId="{BEFD90F2-FD1A-EF4F-8042-3339B1217DFD}" type="parTrans" cxnId="{55EAB07C-FA94-3D42-B215-3AE40A37AB00}">
      <dgm:prSet/>
      <dgm:spPr/>
      <dgm:t>
        <a:bodyPr/>
        <a:lstStyle/>
        <a:p>
          <a:endParaRPr lang="pt-PT"/>
        </a:p>
      </dgm:t>
    </dgm:pt>
    <dgm:pt modelId="{EC3B0F2C-ACF0-BB45-963A-189CF94F9969}" type="sibTrans" cxnId="{55EAB07C-FA94-3D42-B215-3AE40A37AB00}">
      <dgm:prSet/>
      <dgm:spPr/>
      <dgm:t>
        <a:bodyPr/>
        <a:lstStyle/>
        <a:p>
          <a:endParaRPr lang="pt-PT"/>
        </a:p>
      </dgm:t>
    </dgm:pt>
    <dgm:pt modelId="{8DA4CAA7-A073-C247-ACCB-81C973CBED20}" type="asst">
      <dgm:prSet phldrT="[Text]"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new</a:t>
          </a:r>
          <a:r>
            <a:rPr lang="pt-PT" dirty="0" smtClean="0"/>
            <a:t> </a:t>
          </a:r>
          <a:r>
            <a:rPr lang="pt-PT" dirty="0" err="1" smtClean="0"/>
            <a:t>contact</a:t>
          </a:r>
          <a:endParaRPr lang="pt-PT" dirty="0"/>
        </a:p>
      </dgm:t>
    </dgm:pt>
    <dgm:pt modelId="{BC90A974-54FD-A54C-8CDD-C003E6667A64}" type="parTrans" cxnId="{2DF5927F-9D18-6A44-99A9-6B263224A03C}">
      <dgm:prSet/>
      <dgm:spPr/>
      <dgm:t>
        <a:bodyPr/>
        <a:lstStyle/>
        <a:p>
          <a:endParaRPr lang="pt-PT"/>
        </a:p>
      </dgm:t>
    </dgm:pt>
    <dgm:pt modelId="{35206B77-C590-8D4B-AD66-0BB926924A17}" type="sibTrans" cxnId="{2DF5927F-9D18-6A44-99A9-6B263224A03C}">
      <dgm:prSet/>
      <dgm:spPr/>
      <dgm:t>
        <a:bodyPr/>
        <a:lstStyle/>
        <a:p>
          <a:endParaRPr lang="pt-PT"/>
        </a:p>
      </dgm:t>
    </dgm:pt>
    <dgm:pt modelId="{2296BE3C-7067-1A4E-A5B6-620A8E524474}" type="asst">
      <dgm:prSet phldrT="[Text]"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from</a:t>
          </a:r>
          <a:r>
            <a:rPr lang="pt-PT" dirty="0" smtClean="0"/>
            <a:t> </a:t>
          </a:r>
          <a:r>
            <a:rPr lang="pt-PT" dirty="0" err="1" smtClean="0"/>
            <a:t>addressbook</a:t>
          </a:r>
          <a:endParaRPr lang="pt-PT" dirty="0"/>
        </a:p>
      </dgm:t>
    </dgm:pt>
    <dgm:pt modelId="{228B7211-5C7E-394E-AE4B-6AAAFF55B29B}" type="parTrans" cxnId="{091D0FC0-FC03-DC4F-96FC-6AEF936BF494}">
      <dgm:prSet/>
      <dgm:spPr/>
      <dgm:t>
        <a:bodyPr/>
        <a:lstStyle/>
        <a:p>
          <a:endParaRPr lang="pt-PT"/>
        </a:p>
      </dgm:t>
    </dgm:pt>
    <dgm:pt modelId="{892041DE-2419-7047-8E6E-AFB15DFC24FE}" type="sibTrans" cxnId="{091D0FC0-FC03-DC4F-96FC-6AEF936BF494}">
      <dgm:prSet/>
      <dgm:spPr/>
      <dgm:t>
        <a:bodyPr/>
        <a:lstStyle/>
        <a:p>
          <a:endParaRPr lang="pt-PT"/>
        </a:p>
      </dgm:t>
    </dgm:pt>
    <dgm:pt modelId="{2B2D9FB8-B21D-3A4F-B842-A3B39F3A2E45}">
      <dgm:prSet phldrT="[Text]"/>
      <dgm:spPr/>
      <dgm:t>
        <a:bodyPr/>
        <a:lstStyle/>
        <a:p>
          <a:r>
            <a:rPr lang="pt-PT" dirty="0" err="1" smtClean="0"/>
            <a:t>Sent</a:t>
          </a:r>
          <a:r>
            <a:rPr lang="pt-PT" dirty="0" smtClean="0"/>
            <a:t> </a:t>
          </a:r>
          <a:r>
            <a:rPr lang="pt-PT" dirty="0" err="1" smtClean="0"/>
            <a:t>Messages</a:t>
          </a:r>
          <a:r>
            <a:rPr lang="pt-PT" dirty="0" smtClean="0"/>
            <a:t> </a:t>
          </a:r>
          <a:r>
            <a:rPr lang="pt-PT" dirty="0" err="1" smtClean="0"/>
            <a:t>List</a:t>
          </a:r>
          <a:endParaRPr lang="pt-PT" dirty="0"/>
        </a:p>
      </dgm:t>
    </dgm:pt>
    <dgm:pt modelId="{EA2B4CF9-050D-1F4C-B8BA-26CFCD0C6B6D}" type="parTrans" cxnId="{AF55FB0A-2A2E-804F-A541-F5887DFFC991}">
      <dgm:prSet/>
      <dgm:spPr/>
      <dgm:t>
        <a:bodyPr/>
        <a:lstStyle/>
        <a:p>
          <a:endParaRPr lang="pt-PT"/>
        </a:p>
      </dgm:t>
    </dgm:pt>
    <dgm:pt modelId="{AD2C464D-F144-3B4B-BFF9-EFC045D07B9F}" type="sibTrans" cxnId="{AF55FB0A-2A2E-804F-A541-F5887DFFC991}">
      <dgm:prSet/>
      <dgm:spPr/>
      <dgm:t>
        <a:bodyPr/>
        <a:lstStyle/>
        <a:p>
          <a:endParaRPr lang="pt-PT"/>
        </a:p>
      </dgm:t>
    </dgm:pt>
    <dgm:pt modelId="{EA4EE2FC-6E89-CF4B-93DE-06F29CF47E9E}">
      <dgm:prSet phldrT="[Text]"/>
      <dgm:spPr/>
      <dgm:t>
        <a:bodyPr/>
        <a:lstStyle/>
        <a:p>
          <a:r>
            <a:rPr lang="pt-PT" dirty="0" err="1" smtClean="0"/>
            <a:t>Draft</a:t>
          </a:r>
          <a:r>
            <a:rPr lang="pt-PT" dirty="0" smtClean="0"/>
            <a:t> </a:t>
          </a:r>
          <a:r>
            <a:rPr lang="pt-PT" dirty="0" err="1" smtClean="0"/>
            <a:t>Messages</a:t>
          </a:r>
          <a:r>
            <a:rPr lang="pt-PT" dirty="0" smtClean="0"/>
            <a:t> </a:t>
          </a:r>
          <a:r>
            <a:rPr lang="pt-PT" dirty="0" err="1" smtClean="0"/>
            <a:t>List</a:t>
          </a:r>
          <a:endParaRPr lang="pt-PT" dirty="0"/>
        </a:p>
      </dgm:t>
    </dgm:pt>
    <dgm:pt modelId="{EA97F84D-ADB7-AA4C-AF93-507C075A4F36}" type="parTrans" cxnId="{09526C3D-03BF-AE47-B3C6-3B3495C14976}">
      <dgm:prSet/>
      <dgm:spPr/>
      <dgm:t>
        <a:bodyPr/>
        <a:lstStyle/>
        <a:p>
          <a:endParaRPr lang="pt-PT"/>
        </a:p>
      </dgm:t>
    </dgm:pt>
    <dgm:pt modelId="{E586845D-F28F-4748-A32D-F52BAC4CACC6}" type="sibTrans" cxnId="{09526C3D-03BF-AE47-B3C6-3B3495C14976}">
      <dgm:prSet/>
      <dgm:spPr/>
      <dgm:t>
        <a:bodyPr/>
        <a:lstStyle/>
        <a:p>
          <a:endParaRPr lang="pt-PT"/>
        </a:p>
      </dgm:t>
    </dgm:pt>
    <dgm:pt modelId="{B26F09FF-57A4-3245-8F98-A9C0970C84D0}">
      <dgm:prSet phldrT="[Text]"/>
      <dgm:spPr/>
      <dgm:t>
        <a:bodyPr/>
        <a:lstStyle/>
        <a:p>
          <a:r>
            <a:rPr lang="pt-PT" dirty="0" err="1" smtClean="0"/>
            <a:t>Campaign</a:t>
          </a:r>
          <a:r>
            <a:rPr lang="pt-PT" dirty="0" smtClean="0"/>
            <a:t> </a:t>
          </a:r>
          <a:r>
            <a:rPr lang="pt-PT" dirty="0" err="1" smtClean="0"/>
            <a:t>preview</a:t>
          </a:r>
          <a:endParaRPr lang="pt-PT" dirty="0"/>
        </a:p>
      </dgm:t>
    </dgm:pt>
    <dgm:pt modelId="{4EF770A3-765D-C14F-9C90-B4A1B6D82CA9}" type="parTrans" cxnId="{96D4F508-C4F8-6D4A-9C00-6EF079433853}">
      <dgm:prSet/>
      <dgm:spPr/>
      <dgm:t>
        <a:bodyPr/>
        <a:lstStyle/>
        <a:p>
          <a:endParaRPr lang="pt-PT"/>
        </a:p>
      </dgm:t>
    </dgm:pt>
    <dgm:pt modelId="{F1694F4D-EA4E-BC42-AB83-CA153E3834DD}" type="sibTrans" cxnId="{96D4F508-C4F8-6D4A-9C00-6EF079433853}">
      <dgm:prSet/>
      <dgm:spPr/>
      <dgm:t>
        <a:bodyPr/>
        <a:lstStyle/>
        <a:p>
          <a:endParaRPr lang="pt-PT"/>
        </a:p>
      </dgm:t>
    </dgm:pt>
    <dgm:pt modelId="{CB94B0CB-58F4-0348-9F55-7336BE8DDD19}">
      <dgm:prSet phldrT="[Text]"/>
      <dgm:spPr/>
      <dgm:t>
        <a:bodyPr/>
        <a:lstStyle/>
        <a:p>
          <a:r>
            <a:rPr lang="pt-PT" dirty="0" err="1" smtClean="0"/>
            <a:t>Sends</a:t>
          </a:r>
          <a:r>
            <a:rPr lang="pt-PT" dirty="0" smtClean="0"/>
            <a:t> </a:t>
          </a:r>
          <a:r>
            <a:rPr lang="pt-PT" dirty="0" err="1" smtClean="0"/>
            <a:t>either</a:t>
          </a:r>
          <a:r>
            <a:rPr lang="pt-PT" dirty="0" smtClean="0"/>
            <a:t> </a:t>
          </a:r>
          <a:r>
            <a:rPr lang="pt-PT" dirty="0" err="1" smtClean="0"/>
            <a:t>draft</a:t>
          </a:r>
          <a:r>
            <a:rPr lang="pt-PT" dirty="0" smtClean="0"/>
            <a:t> </a:t>
          </a:r>
          <a:r>
            <a:rPr lang="pt-PT" dirty="0" err="1" smtClean="0"/>
            <a:t>or</a:t>
          </a:r>
          <a:r>
            <a:rPr lang="pt-PT" dirty="0" smtClean="0"/>
            <a:t> </a:t>
          </a:r>
          <a:r>
            <a:rPr lang="pt-PT" dirty="0" err="1" smtClean="0"/>
            <a:t>sent</a:t>
          </a:r>
          <a:r>
            <a:rPr lang="pt-PT" dirty="0" smtClean="0"/>
            <a:t> </a:t>
          </a:r>
          <a:r>
            <a:rPr lang="pt-PT" dirty="0" err="1" smtClean="0"/>
            <a:t>messages</a:t>
          </a:r>
          <a:r>
            <a:rPr lang="pt-PT" dirty="0" smtClean="0"/>
            <a:t>, </a:t>
          </a:r>
          <a:r>
            <a:rPr lang="pt-PT" dirty="0" err="1" smtClean="0"/>
            <a:t>by</a:t>
          </a:r>
          <a:r>
            <a:rPr lang="pt-PT" dirty="0" smtClean="0"/>
            <a:t> </a:t>
          </a:r>
          <a:r>
            <a:rPr lang="pt-PT" dirty="0" err="1" smtClean="0"/>
            <a:t>selecting</a:t>
          </a:r>
          <a:r>
            <a:rPr lang="pt-PT" dirty="0" smtClean="0"/>
            <a:t> a </a:t>
          </a:r>
          <a:r>
            <a:rPr lang="pt-PT" dirty="0" err="1" smtClean="0"/>
            <a:t>subscriber</a:t>
          </a:r>
          <a:r>
            <a:rPr lang="pt-PT" dirty="0" smtClean="0"/>
            <a:t> </a:t>
          </a:r>
          <a:r>
            <a:rPr lang="pt-PT" dirty="0" err="1" smtClean="0"/>
            <a:t>list</a:t>
          </a:r>
          <a:r>
            <a:rPr lang="pt-PT" dirty="0" smtClean="0"/>
            <a:t> </a:t>
          </a:r>
          <a:r>
            <a:rPr lang="pt-PT" dirty="0" err="1" smtClean="0"/>
            <a:t>and</a:t>
          </a:r>
          <a:r>
            <a:rPr lang="pt-PT" dirty="0" smtClean="0"/>
            <a:t> </a:t>
          </a:r>
          <a:r>
            <a:rPr lang="pt-PT" dirty="0" err="1" smtClean="0"/>
            <a:t>selecting</a:t>
          </a:r>
          <a:r>
            <a:rPr lang="pt-PT" dirty="0" smtClean="0"/>
            <a:t> </a:t>
          </a:r>
          <a:r>
            <a:rPr lang="pt-PT" dirty="0" err="1" smtClean="0"/>
            <a:t>imediate</a:t>
          </a:r>
          <a:r>
            <a:rPr lang="pt-PT" dirty="0" smtClean="0"/>
            <a:t> </a:t>
          </a:r>
          <a:r>
            <a:rPr lang="pt-PT" dirty="0" err="1" smtClean="0"/>
            <a:t>or</a:t>
          </a:r>
          <a:r>
            <a:rPr lang="pt-PT" dirty="0" smtClean="0"/>
            <a:t> </a:t>
          </a:r>
          <a:r>
            <a:rPr lang="pt-PT" dirty="0" err="1" smtClean="0"/>
            <a:t>scheduled</a:t>
          </a:r>
          <a:r>
            <a:rPr lang="pt-PT" dirty="0" smtClean="0"/>
            <a:t> </a:t>
          </a:r>
          <a:r>
            <a:rPr lang="pt-PT" dirty="0" err="1" smtClean="0"/>
            <a:t>sending</a:t>
          </a:r>
          <a:endParaRPr lang="pt-PT" dirty="0"/>
        </a:p>
      </dgm:t>
    </dgm:pt>
    <dgm:pt modelId="{2162A77B-19B6-AC47-8891-816247996BA8}" type="parTrans" cxnId="{554F3D17-BDBB-1F4C-9A8A-BC33D141478C}">
      <dgm:prSet/>
      <dgm:spPr/>
      <dgm:t>
        <a:bodyPr/>
        <a:lstStyle/>
        <a:p>
          <a:endParaRPr lang="pt-PT"/>
        </a:p>
      </dgm:t>
    </dgm:pt>
    <dgm:pt modelId="{0F556683-5D3F-9D4B-AA90-79F03A07D67C}" type="sibTrans" cxnId="{554F3D17-BDBB-1F4C-9A8A-BC33D141478C}">
      <dgm:prSet/>
      <dgm:spPr/>
      <dgm:t>
        <a:bodyPr/>
        <a:lstStyle/>
        <a:p>
          <a:endParaRPr lang="pt-PT"/>
        </a:p>
      </dgm:t>
    </dgm:pt>
    <dgm:pt modelId="{1895C6EB-5873-F94A-8F3F-3340A8C435B8}">
      <dgm:prSet phldrT="[Text]"/>
      <dgm:spPr/>
      <dgm:t>
        <a:bodyPr/>
        <a:lstStyle/>
        <a:p>
          <a:r>
            <a:rPr lang="pt-PT" dirty="0" err="1" smtClean="0"/>
            <a:t>Tracks</a:t>
          </a:r>
          <a:r>
            <a:rPr lang="pt-PT" dirty="0" smtClean="0"/>
            <a:t> </a:t>
          </a:r>
          <a:r>
            <a:rPr lang="pt-PT" dirty="0" err="1" smtClean="0"/>
            <a:t>Campaign</a:t>
          </a:r>
          <a:endParaRPr lang="pt-PT" dirty="0"/>
        </a:p>
      </dgm:t>
    </dgm:pt>
    <dgm:pt modelId="{EA221F53-1FFB-994B-AC49-176CA081D984}" type="parTrans" cxnId="{6E141D86-5259-DE46-BE6F-33B3FDBAF1BF}">
      <dgm:prSet/>
      <dgm:spPr/>
      <dgm:t>
        <a:bodyPr/>
        <a:lstStyle/>
        <a:p>
          <a:endParaRPr lang="pt-PT"/>
        </a:p>
      </dgm:t>
    </dgm:pt>
    <dgm:pt modelId="{410B3955-643C-A141-9E51-9FA2DAF6E2D1}" type="sibTrans" cxnId="{6E141D86-5259-DE46-BE6F-33B3FDBAF1BF}">
      <dgm:prSet/>
      <dgm:spPr/>
      <dgm:t>
        <a:bodyPr/>
        <a:lstStyle/>
        <a:p>
          <a:endParaRPr lang="pt-PT"/>
        </a:p>
      </dgm:t>
    </dgm:pt>
    <dgm:pt modelId="{FE60D16E-E678-F042-A6EB-8794C7858598}">
      <dgm:prSet phldrT="[Text]"/>
      <dgm:spPr/>
      <dgm:t>
        <a:bodyPr/>
        <a:lstStyle/>
        <a:p>
          <a:r>
            <a:rPr lang="pt-PT" dirty="0" smtClean="0"/>
            <a:t>Show </a:t>
          </a:r>
          <a:r>
            <a:rPr lang="pt-PT" dirty="0" err="1" smtClean="0"/>
            <a:t>stats</a:t>
          </a:r>
          <a:r>
            <a:rPr lang="pt-PT" dirty="0" smtClean="0"/>
            <a:t> for </a:t>
          </a:r>
          <a:r>
            <a:rPr lang="pt-PT" dirty="0" err="1" smtClean="0"/>
            <a:t>each</a:t>
          </a:r>
          <a:r>
            <a:rPr lang="pt-PT" dirty="0" smtClean="0"/>
            <a:t> </a:t>
          </a:r>
          <a:r>
            <a:rPr lang="pt-PT" dirty="0" err="1" smtClean="0"/>
            <a:t>campaign</a:t>
          </a:r>
          <a:endParaRPr lang="pt-PT" dirty="0"/>
        </a:p>
      </dgm:t>
    </dgm:pt>
    <dgm:pt modelId="{901744CD-C04B-3D45-91A9-CE7D702F5BFA}" type="parTrans" cxnId="{48A65EA8-382D-7B4A-B5A4-4F8D87282A66}">
      <dgm:prSet/>
      <dgm:spPr/>
      <dgm:t>
        <a:bodyPr/>
        <a:lstStyle/>
        <a:p>
          <a:endParaRPr lang="pt-PT"/>
        </a:p>
      </dgm:t>
    </dgm:pt>
    <dgm:pt modelId="{1BA81FDB-7F9A-334C-A932-5A709A10DADB}" type="sibTrans" cxnId="{48A65EA8-382D-7B4A-B5A4-4F8D87282A66}">
      <dgm:prSet/>
      <dgm:spPr/>
      <dgm:t>
        <a:bodyPr/>
        <a:lstStyle/>
        <a:p>
          <a:endParaRPr lang="pt-PT"/>
        </a:p>
      </dgm:t>
    </dgm:pt>
    <dgm:pt modelId="{426295A4-84A9-524C-97F1-561BB08DCDD3}">
      <dgm:prSet phldrT="[Text]"/>
      <dgm:spPr/>
      <dgm:t>
        <a:bodyPr/>
        <a:lstStyle/>
        <a:p>
          <a:r>
            <a:rPr lang="pt-PT" dirty="0" err="1" smtClean="0"/>
            <a:t>Unique</a:t>
          </a:r>
          <a:r>
            <a:rPr lang="pt-PT" dirty="0" smtClean="0"/>
            <a:t> opens</a:t>
          </a:r>
          <a:endParaRPr lang="pt-PT" dirty="0"/>
        </a:p>
      </dgm:t>
    </dgm:pt>
    <dgm:pt modelId="{259B5B7A-FEB8-4A4B-9A32-B4057A7BAE81}" type="parTrans" cxnId="{CF172EE8-EA2B-B44F-A1E5-34847C95D751}">
      <dgm:prSet/>
      <dgm:spPr/>
      <dgm:t>
        <a:bodyPr/>
        <a:lstStyle/>
        <a:p>
          <a:endParaRPr lang="pt-PT"/>
        </a:p>
      </dgm:t>
    </dgm:pt>
    <dgm:pt modelId="{84DF3114-6C22-104C-B50C-CF25B1FE87F3}" type="sibTrans" cxnId="{CF172EE8-EA2B-B44F-A1E5-34847C95D751}">
      <dgm:prSet/>
      <dgm:spPr/>
      <dgm:t>
        <a:bodyPr/>
        <a:lstStyle/>
        <a:p>
          <a:endParaRPr lang="pt-PT"/>
        </a:p>
      </dgm:t>
    </dgm:pt>
    <dgm:pt modelId="{3F6A1330-AC46-364F-A4CB-E615D7FF818A}">
      <dgm:prSet phldrT="[Text]"/>
      <dgm:spPr/>
      <dgm:t>
        <a:bodyPr/>
        <a:lstStyle/>
        <a:p>
          <a:r>
            <a:rPr lang="pt-PT" dirty="0" err="1" smtClean="0"/>
            <a:t>Unique</a:t>
          </a:r>
          <a:r>
            <a:rPr lang="pt-PT" dirty="0" smtClean="0"/>
            <a:t> </a:t>
          </a:r>
          <a:r>
            <a:rPr lang="pt-PT" dirty="0" err="1" smtClean="0"/>
            <a:t>clicks</a:t>
          </a:r>
          <a:endParaRPr lang="pt-PT" dirty="0"/>
        </a:p>
      </dgm:t>
    </dgm:pt>
    <dgm:pt modelId="{BE434D5C-2801-3A46-A52E-70511DB823D0}" type="parTrans" cxnId="{FBCBD7BB-F929-D34D-885F-06E20145B25A}">
      <dgm:prSet/>
      <dgm:spPr/>
      <dgm:t>
        <a:bodyPr/>
        <a:lstStyle/>
        <a:p>
          <a:endParaRPr lang="pt-PT"/>
        </a:p>
      </dgm:t>
    </dgm:pt>
    <dgm:pt modelId="{31F27294-52A7-3D43-9DFE-07FD0C345759}" type="sibTrans" cxnId="{FBCBD7BB-F929-D34D-885F-06E20145B25A}">
      <dgm:prSet/>
      <dgm:spPr/>
      <dgm:t>
        <a:bodyPr/>
        <a:lstStyle/>
        <a:p>
          <a:endParaRPr lang="pt-PT"/>
        </a:p>
      </dgm:t>
    </dgm:pt>
    <dgm:pt modelId="{29D95269-FC9E-5447-B598-63A66564CF7D}">
      <dgm:prSet phldrT="[Text]"/>
      <dgm:spPr/>
      <dgm:t>
        <a:bodyPr/>
        <a:lstStyle/>
        <a:p>
          <a:r>
            <a:rPr lang="pt-PT" dirty="0" err="1" smtClean="0"/>
            <a:t>Bounces</a:t>
          </a:r>
          <a:endParaRPr lang="pt-PT" dirty="0"/>
        </a:p>
      </dgm:t>
    </dgm:pt>
    <dgm:pt modelId="{7870FCE3-CF38-4F44-9E2B-8CEB2A0DD075}" type="parTrans" cxnId="{E39B92CC-E969-FB47-87F0-633D12D92D8F}">
      <dgm:prSet/>
      <dgm:spPr/>
      <dgm:t>
        <a:bodyPr/>
        <a:lstStyle/>
        <a:p>
          <a:endParaRPr lang="pt-PT"/>
        </a:p>
      </dgm:t>
    </dgm:pt>
    <dgm:pt modelId="{ED7B4FBC-DBFB-6649-B9B2-801C70F2F961}" type="sibTrans" cxnId="{E39B92CC-E969-FB47-87F0-633D12D92D8F}">
      <dgm:prSet/>
      <dgm:spPr/>
      <dgm:t>
        <a:bodyPr/>
        <a:lstStyle/>
        <a:p>
          <a:endParaRPr lang="pt-PT"/>
        </a:p>
      </dgm:t>
    </dgm:pt>
    <dgm:pt modelId="{4A6636AC-42E6-5B49-BDF2-784AD30CBCDE}">
      <dgm:prSet phldrT="[Text]"/>
      <dgm:spPr/>
      <dgm:t>
        <a:bodyPr/>
        <a:lstStyle/>
        <a:p>
          <a:r>
            <a:rPr lang="pt-PT" dirty="0" err="1" smtClean="0"/>
            <a:t>Unsubscribes</a:t>
          </a:r>
          <a:endParaRPr lang="pt-PT" dirty="0"/>
        </a:p>
      </dgm:t>
    </dgm:pt>
    <dgm:pt modelId="{44AAED19-3671-0140-9FBD-0A91B88C7C0F}" type="parTrans" cxnId="{5BC33CFF-6EF2-CF48-B43A-DCE4CF0029C4}">
      <dgm:prSet/>
      <dgm:spPr/>
      <dgm:t>
        <a:bodyPr/>
        <a:lstStyle/>
        <a:p>
          <a:endParaRPr lang="pt-PT"/>
        </a:p>
      </dgm:t>
    </dgm:pt>
    <dgm:pt modelId="{2A3DBD05-C418-7F44-A235-A1F0D16D6CD4}" type="sibTrans" cxnId="{5BC33CFF-6EF2-CF48-B43A-DCE4CF0029C4}">
      <dgm:prSet/>
      <dgm:spPr/>
      <dgm:t>
        <a:bodyPr/>
        <a:lstStyle/>
        <a:p>
          <a:endParaRPr lang="pt-PT"/>
        </a:p>
      </dgm:t>
    </dgm:pt>
    <dgm:pt modelId="{8EAFB9D5-DA22-6241-86A0-E001ABD547E9}">
      <dgm:prSet phldrT="[Text]"/>
      <dgm:spPr/>
      <dgm:t>
        <a:bodyPr/>
        <a:lstStyle/>
        <a:p>
          <a:r>
            <a:rPr lang="pt-PT" dirty="0" err="1" smtClean="0"/>
            <a:t>Forwards</a:t>
          </a:r>
          <a:endParaRPr lang="pt-PT" dirty="0"/>
        </a:p>
      </dgm:t>
    </dgm:pt>
    <dgm:pt modelId="{E3E9DF16-2F62-1048-80BD-9EE0F91E15FB}" type="parTrans" cxnId="{D2E423DE-BF93-724B-B364-3ED367CD3001}">
      <dgm:prSet/>
      <dgm:spPr/>
      <dgm:t>
        <a:bodyPr/>
        <a:lstStyle/>
        <a:p>
          <a:endParaRPr lang="pt-PT"/>
        </a:p>
      </dgm:t>
    </dgm:pt>
    <dgm:pt modelId="{3E1AB4E1-9F16-594D-9729-F2A1F78BC27F}" type="sibTrans" cxnId="{D2E423DE-BF93-724B-B364-3ED367CD3001}">
      <dgm:prSet/>
      <dgm:spPr/>
      <dgm:t>
        <a:bodyPr/>
        <a:lstStyle/>
        <a:p>
          <a:endParaRPr lang="pt-PT"/>
        </a:p>
      </dgm:t>
    </dgm:pt>
    <dgm:pt modelId="{94E0E8EA-149D-834B-BED3-8B925E805E95}">
      <dgm:prSet phldrT="[Text]"/>
      <dgm:spPr/>
      <dgm:t>
        <a:bodyPr/>
        <a:lstStyle/>
        <a:p>
          <a:r>
            <a:rPr lang="pt-PT" dirty="0" smtClean="0"/>
            <a:t>Total </a:t>
          </a:r>
          <a:r>
            <a:rPr lang="pt-PT" dirty="0" err="1" smtClean="0"/>
            <a:t>recipients</a:t>
          </a:r>
          <a:endParaRPr lang="pt-PT" dirty="0"/>
        </a:p>
      </dgm:t>
    </dgm:pt>
    <dgm:pt modelId="{DC34D4DA-F9D8-054A-A1A0-1FB306854E99}" type="parTrans" cxnId="{FF427822-1190-B24D-9567-2F373A697D5A}">
      <dgm:prSet/>
      <dgm:spPr/>
      <dgm:t>
        <a:bodyPr/>
        <a:lstStyle/>
        <a:p>
          <a:endParaRPr lang="pt-PT"/>
        </a:p>
      </dgm:t>
    </dgm:pt>
    <dgm:pt modelId="{AB498FEC-0A77-D64F-AA43-E361460A0CEB}" type="sibTrans" cxnId="{FF427822-1190-B24D-9567-2F373A697D5A}">
      <dgm:prSet/>
      <dgm:spPr/>
      <dgm:t>
        <a:bodyPr/>
        <a:lstStyle/>
        <a:p>
          <a:endParaRPr lang="pt-PT"/>
        </a:p>
      </dgm:t>
    </dgm:pt>
    <dgm:pt modelId="{D179D665-8C9B-AE4C-A8D8-968A42B44A9B}">
      <dgm:prSet phldrT="[Text]"/>
      <dgm:spPr/>
      <dgm:t>
        <a:bodyPr/>
        <a:lstStyle/>
        <a:p>
          <a:r>
            <a:rPr lang="pt-PT" dirty="0" smtClean="0"/>
            <a:t>Emails </a:t>
          </a:r>
          <a:r>
            <a:rPr lang="pt-PT" dirty="0" err="1" smtClean="0"/>
            <a:t>details</a:t>
          </a:r>
          <a:endParaRPr lang="pt-PT" dirty="0"/>
        </a:p>
      </dgm:t>
    </dgm:pt>
    <dgm:pt modelId="{AA791DDB-CF33-A447-90E1-A044E41B20E3}" type="parTrans" cxnId="{BC1EBC5E-7EB2-6B4F-90CA-170ACC6BD3BC}">
      <dgm:prSet/>
      <dgm:spPr/>
      <dgm:t>
        <a:bodyPr/>
        <a:lstStyle/>
        <a:p>
          <a:endParaRPr lang="pt-PT"/>
        </a:p>
      </dgm:t>
    </dgm:pt>
    <dgm:pt modelId="{2361541D-C41B-8E43-B9A7-4037F42D0328}" type="sibTrans" cxnId="{BC1EBC5E-7EB2-6B4F-90CA-170ACC6BD3BC}">
      <dgm:prSet/>
      <dgm:spPr/>
      <dgm:t>
        <a:bodyPr/>
        <a:lstStyle/>
        <a:p>
          <a:endParaRPr lang="pt-PT"/>
        </a:p>
      </dgm:t>
    </dgm:pt>
    <dgm:pt modelId="{80D22601-408A-EB4D-9368-168D843423B4}">
      <dgm:prSet phldrT="[Text]"/>
      <dgm:spPr/>
      <dgm:t>
        <a:bodyPr/>
        <a:lstStyle/>
        <a:p>
          <a:r>
            <a:rPr lang="pt-PT" dirty="0" err="1" smtClean="0"/>
            <a:t>Lists</a:t>
          </a:r>
          <a:r>
            <a:rPr lang="pt-PT" dirty="0" smtClean="0"/>
            <a:t> </a:t>
          </a:r>
          <a:r>
            <a:rPr lang="pt-PT" dirty="0" err="1" smtClean="0"/>
            <a:t>all</a:t>
          </a:r>
          <a:r>
            <a:rPr lang="pt-PT" dirty="0" smtClean="0"/>
            <a:t> </a:t>
          </a:r>
          <a:r>
            <a:rPr lang="pt-PT" dirty="0" err="1" smtClean="0"/>
            <a:t>subscribers</a:t>
          </a:r>
          <a:r>
            <a:rPr lang="pt-PT" dirty="0" smtClean="0"/>
            <a:t> </a:t>
          </a:r>
          <a:r>
            <a:rPr lang="pt-PT" dirty="0" err="1" smtClean="0"/>
            <a:t>list</a:t>
          </a:r>
          <a:endParaRPr lang="pt-PT" dirty="0"/>
        </a:p>
      </dgm:t>
    </dgm:pt>
    <dgm:pt modelId="{43020330-E487-1445-91EF-660930A9888F}" type="parTrans" cxnId="{0487296C-BB98-6D49-ACDF-2D4CCE65A4A0}">
      <dgm:prSet/>
      <dgm:spPr/>
      <dgm:t>
        <a:bodyPr/>
        <a:lstStyle/>
        <a:p>
          <a:endParaRPr lang="pt-PT"/>
        </a:p>
      </dgm:t>
    </dgm:pt>
    <dgm:pt modelId="{BF9C8A5D-D26F-1546-8319-F6AF03DCBEB3}" type="sibTrans" cxnId="{0487296C-BB98-6D49-ACDF-2D4CCE65A4A0}">
      <dgm:prSet/>
      <dgm:spPr/>
      <dgm:t>
        <a:bodyPr/>
        <a:lstStyle/>
        <a:p>
          <a:endParaRPr lang="pt-PT"/>
        </a:p>
      </dgm:t>
    </dgm:pt>
    <dgm:pt modelId="{913AEC5F-121B-B440-8FBB-641B891AB297}">
      <dgm:prSet phldrT="[Text]"/>
      <dgm:spPr/>
      <dgm:t>
        <a:bodyPr/>
        <a:lstStyle/>
        <a:p>
          <a:r>
            <a:rPr lang="pt-PT" dirty="0" err="1" smtClean="0"/>
            <a:t>On</a:t>
          </a:r>
          <a:r>
            <a:rPr lang="pt-PT" dirty="0" smtClean="0"/>
            <a:t> </a:t>
          </a:r>
          <a:r>
            <a:rPr lang="pt-PT" dirty="0" err="1" smtClean="0"/>
            <a:t>list</a:t>
          </a:r>
          <a:r>
            <a:rPr lang="pt-PT" dirty="0" smtClean="0"/>
            <a:t> </a:t>
          </a:r>
          <a:r>
            <a:rPr lang="pt-PT" dirty="0" err="1" smtClean="0"/>
            <a:t>selection</a:t>
          </a:r>
          <a:r>
            <a:rPr lang="pt-PT" dirty="0" smtClean="0"/>
            <a:t> </a:t>
          </a:r>
          <a:r>
            <a:rPr lang="pt-PT" dirty="0" err="1" smtClean="0"/>
            <a:t>lists</a:t>
          </a:r>
          <a:r>
            <a:rPr lang="pt-PT" dirty="0" smtClean="0"/>
            <a:t> </a:t>
          </a:r>
          <a:r>
            <a:rPr lang="pt-PT" dirty="0" err="1" smtClean="0"/>
            <a:t>all</a:t>
          </a:r>
          <a:r>
            <a:rPr lang="pt-PT" dirty="0" smtClean="0"/>
            <a:t> </a:t>
          </a:r>
          <a:r>
            <a:rPr lang="pt-PT" dirty="0" err="1" smtClean="0"/>
            <a:t>subscribers</a:t>
          </a:r>
          <a:endParaRPr lang="pt-PT" dirty="0"/>
        </a:p>
      </dgm:t>
    </dgm:pt>
    <dgm:pt modelId="{93C986B9-B55F-D64D-A191-E145996B0545}" type="parTrans" cxnId="{AA3BB269-52D1-7146-95B7-A7F46A70C737}">
      <dgm:prSet/>
      <dgm:spPr/>
      <dgm:t>
        <a:bodyPr/>
        <a:lstStyle/>
        <a:p>
          <a:endParaRPr lang="pt-PT"/>
        </a:p>
      </dgm:t>
    </dgm:pt>
    <dgm:pt modelId="{EE7CFE8A-52FB-B642-879C-5698BE163D7C}" type="sibTrans" cxnId="{AA3BB269-52D1-7146-95B7-A7F46A70C737}">
      <dgm:prSet/>
      <dgm:spPr/>
      <dgm:t>
        <a:bodyPr/>
        <a:lstStyle/>
        <a:p>
          <a:endParaRPr lang="pt-PT"/>
        </a:p>
      </dgm:t>
    </dgm:pt>
    <dgm:pt modelId="{7BF062F8-757A-A945-A1BB-7E342549F871}">
      <dgm:prSet phldrT="[Text]"/>
      <dgm:spPr/>
      <dgm:t>
        <a:bodyPr/>
        <a:lstStyle/>
        <a:p>
          <a:r>
            <a:rPr lang="pt-PT" dirty="0" err="1" smtClean="0"/>
            <a:t>Edit</a:t>
          </a:r>
          <a:r>
            <a:rPr lang="pt-PT" dirty="0" smtClean="0"/>
            <a:t> </a:t>
          </a:r>
          <a:r>
            <a:rPr lang="pt-PT" dirty="0" err="1" smtClean="0"/>
            <a:t>each</a:t>
          </a:r>
          <a:r>
            <a:rPr lang="pt-PT" dirty="0" smtClean="0"/>
            <a:t> </a:t>
          </a:r>
          <a:r>
            <a:rPr lang="pt-PT" dirty="0" err="1" smtClean="0"/>
            <a:t>subscriber</a:t>
          </a:r>
          <a:r>
            <a:rPr lang="pt-PT" dirty="0" smtClean="0"/>
            <a:t> </a:t>
          </a:r>
          <a:r>
            <a:rPr lang="pt-PT" dirty="0" err="1" smtClean="0"/>
            <a:t>or</a:t>
          </a:r>
          <a:r>
            <a:rPr lang="pt-PT" dirty="0" smtClean="0"/>
            <a:t> </a:t>
          </a:r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new</a:t>
          </a:r>
          <a:r>
            <a:rPr lang="pt-PT" dirty="0" smtClean="0"/>
            <a:t> </a:t>
          </a:r>
          <a:r>
            <a:rPr lang="pt-PT" dirty="0" err="1" smtClean="0"/>
            <a:t>or</a:t>
          </a:r>
          <a:r>
            <a:rPr lang="pt-PT" dirty="0" smtClean="0"/>
            <a:t> </a:t>
          </a:r>
          <a:r>
            <a:rPr lang="pt-PT" dirty="0" err="1" smtClean="0"/>
            <a:t>existing</a:t>
          </a:r>
          <a:r>
            <a:rPr lang="pt-PT" dirty="0" smtClean="0"/>
            <a:t> </a:t>
          </a:r>
          <a:r>
            <a:rPr lang="pt-PT" dirty="0" err="1" smtClean="0"/>
            <a:t>contacts</a:t>
          </a:r>
          <a:endParaRPr lang="pt-PT" dirty="0"/>
        </a:p>
      </dgm:t>
    </dgm:pt>
    <dgm:pt modelId="{D1C3BC55-5084-0A40-851F-AB20D2F22A61}" type="parTrans" cxnId="{7B598949-56C0-8241-A1AF-00891B820537}">
      <dgm:prSet/>
      <dgm:spPr/>
      <dgm:t>
        <a:bodyPr/>
        <a:lstStyle/>
        <a:p>
          <a:endParaRPr lang="pt-PT"/>
        </a:p>
      </dgm:t>
    </dgm:pt>
    <dgm:pt modelId="{95A098DD-231D-F442-8EDF-073B75D4A4E9}" type="sibTrans" cxnId="{7B598949-56C0-8241-A1AF-00891B820537}">
      <dgm:prSet/>
      <dgm:spPr/>
      <dgm:t>
        <a:bodyPr/>
        <a:lstStyle/>
        <a:p>
          <a:endParaRPr lang="pt-PT"/>
        </a:p>
      </dgm:t>
    </dgm:pt>
    <dgm:pt modelId="{0B7E490B-6D28-B84D-AF15-9BDB56F60D92}">
      <dgm:prSet phldrT="[Text]"/>
      <dgm:spPr/>
      <dgm:t>
        <a:bodyPr/>
        <a:lstStyle/>
        <a:p>
          <a:r>
            <a:rPr lang="pt-PT" dirty="0" err="1" smtClean="0"/>
            <a:t>Version</a:t>
          </a:r>
          <a:endParaRPr lang="pt-PT" dirty="0"/>
        </a:p>
      </dgm:t>
    </dgm:pt>
    <dgm:pt modelId="{895378A6-E1CF-194B-BF3B-48BCCE60AA59}" type="parTrans" cxnId="{D9492AA6-28E6-074A-8E78-B5A65B330467}">
      <dgm:prSet/>
      <dgm:spPr/>
      <dgm:t>
        <a:bodyPr/>
        <a:lstStyle/>
        <a:p>
          <a:endParaRPr lang="pt-PT"/>
        </a:p>
      </dgm:t>
    </dgm:pt>
    <dgm:pt modelId="{893C4033-DBE6-454A-BBCE-CEA2A1E7149B}" type="sibTrans" cxnId="{D9492AA6-28E6-074A-8E78-B5A65B330467}">
      <dgm:prSet/>
      <dgm:spPr/>
      <dgm:t>
        <a:bodyPr/>
        <a:lstStyle/>
        <a:p>
          <a:endParaRPr lang="pt-PT"/>
        </a:p>
      </dgm:t>
    </dgm:pt>
    <dgm:pt modelId="{F900DF2D-A8AF-3643-B286-769440C35DCA}">
      <dgm:prSet phldrT="[Text]"/>
      <dgm:spPr/>
      <dgm:t>
        <a:bodyPr/>
        <a:lstStyle/>
        <a:p>
          <a:r>
            <a:rPr lang="pt-PT" dirty="0" err="1" smtClean="0"/>
            <a:t>Support</a:t>
          </a:r>
          <a:r>
            <a:rPr lang="pt-PT" dirty="0" smtClean="0"/>
            <a:t> Email </a:t>
          </a:r>
          <a:r>
            <a:rPr lang="pt-PT" dirty="0" err="1" smtClean="0"/>
            <a:t>and</a:t>
          </a:r>
          <a:r>
            <a:rPr lang="pt-PT" dirty="0" smtClean="0"/>
            <a:t> </a:t>
          </a:r>
          <a:r>
            <a:rPr lang="pt-PT" dirty="0" err="1" smtClean="0"/>
            <a:t>phone</a:t>
          </a:r>
          <a:endParaRPr lang="pt-PT" dirty="0"/>
        </a:p>
      </dgm:t>
    </dgm:pt>
    <dgm:pt modelId="{7D9BC2EB-FD5F-8145-8227-47360A9853D1}" type="parTrans" cxnId="{A6835941-800E-1A44-B520-D94A7F3A7E46}">
      <dgm:prSet/>
      <dgm:spPr/>
      <dgm:t>
        <a:bodyPr/>
        <a:lstStyle/>
        <a:p>
          <a:endParaRPr lang="pt-PT"/>
        </a:p>
      </dgm:t>
    </dgm:pt>
    <dgm:pt modelId="{09D6056B-B3EE-0C44-BDDE-5CF605E6357A}" type="sibTrans" cxnId="{A6835941-800E-1A44-B520-D94A7F3A7E46}">
      <dgm:prSet/>
      <dgm:spPr/>
      <dgm:t>
        <a:bodyPr/>
        <a:lstStyle/>
        <a:p>
          <a:endParaRPr lang="pt-PT"/>
        </a:p>
      </dgm:t>
    </dgm:pt>
    <dgm:pt modelId="{0BE9AC48-55CC-3243-9F83-31924C7C3B97}">
      <dgm:prSet phldrT="[Text]"/>
      <dgm:spPr/>
      <dgm:t>
        <a:bodyPr/>
        <a:lstStyle/>
        <a:p>
          <a:r>
            <a:rPr lang="pt-PT" dirty="0" smtClean="0"/>
            <a:t>Share </a:t>
          </a:r>
          <a:r>
            <a:rPr lang="pt-PT" dirty="0" err="1" smtClean="0"/>
            <a:t>app</a:t>
          </a:r>
          <a:r>
            <a:rPr lang="pt-PT" dirty="0" smtClean="0"/>
            <a:t> via email</a:t>
          </a:r>
          <a:endParaRPr lang="pt-PT" dirty="0"/>
        </a:p>
      </dgm:t>
    </dgm:pt>
    <dgm:pt modelId="{09F577B7-1A3D-0F42-970D-F3D8CD2084DD}" type="parTrans" cxnId="{78A13CB1-24D6-7949-A7FB-8625CA8AF002}">
      <dgm:prSet/>
      <dgm:spPr/>
      <dgm:t>
        <a:bodyPr/>
        <a:lstStyle/>
        <a:p>
          <a:endParaRPr lang="pt-PT"/>
        </a:p>
      </dgm:t>
    </dgm:pt>
    <dgm:pt modelId="{A88B70B4-46D9-6A41-9C07-5E5CA50B2EBB}" type="sibTrans" cxnId="{78A13CB1-24D6-7949-A7FB-8625CA8AF002}">
      <dgm:prSet/>
      <dgm:spPr/>
      <dgm:t>
        <a:bodyPr/>
        <a:lstStyle/>
        <a:p>
          <a:endParaRPr lang="pt-PT"/>
        </a:p>
      </dgm:t>
    </dgm:pt>
    <dgm:pt modelId="{31D77AFE-EA8A-0D4E-B717-5F53C91B12CF}" type="pres">
      <dgm:prSet presAssocID="{0F5A506F-6D93-9E47-BBA7-F9071294F7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PT"/>
        </a:p>
      </dgm:t>
    </dgm:pt>
    <dgm:pt modelId="{3FC05E0B-96EE-9543-BC88-9C79608E73B9}" type="pres">
      <dgm:prSet presAssocID="{E229B481-CFD9-EF43-BB0E-1E1C25D82B79}" presName="hierRoot1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5F4211F6-049E-0D40-AD36-B00FFF2A354A}" type="pres">
      <dgm:prSet presAssocID="{E229B481-CFD9-EF43-BB0E-1E1C25D82B79}" presName="rootComposite1" presStyleCnt="0"/>
      <dgm:spPr/>
      <dgm:t>
        <a:bodyPr/>
        <a:lstStyle/>
        <a:p>
          <a:endParaRPr lang="pt-PT"/>
        </a:p>
      </dgm:t>
    </dgm:pt>
    <dgm:pt modelId="{16B49C8C-F93A-2B40-A8EB-90FF8686EBC1}" type="pres">
      <dgm:prSet presAssocID="{E229B481-CFD9-EF43-BB0E-1E1C25D82B7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0DA92EB8-F11B-B24E-8901-3A15DC5DCA8A}" type="pres">
      <dgm:prSet presAssocID="{E229B481-CFD9-EF43-BB0E-1E1C25D82B79}" presName="rootConnector1" presStyleLbl="node1" presStyleIdx="0" presStyleCnt="0"/>
      <dgm:spPr/>
      <dgm:t>
        <a:bodyPr/>
        <a:lstStyle/>
        <a:p>
          <a:endParaRPr lang="pt-PT"/>
        </a:p>
      </dgm:t>
    </dgm:pt>
    <dgm:pt modelId="{741BAFC4-52F2-F04D-A66B-7243A22DB621}" type="pres">
      <dgm:prSet presAssocID="{E229B481-CFD9-EF43-BB0E-1E1C25D82B79}" presName="hierChild2" presStyleCnt="0"/>
      <dgm:spPr/>
      <dgm:t>
        <a:bodyPr/>
        <a:lstStyle/>
        <a:p>
          <a:endParaRPr lang="pt-PT"/>
        </a:p>
      </dgm:t>
    </dgm:pt>
    <dgm:pt modelId="{7F16E1ED-09A2-154F-9A57-7399D2DA8F44}" type="pres">
      <dgm:prSet presAssocID="{DABA08E7-46AA-B443-9A1D-00A8FB8BE2F5}" presName="Name35" presStyleLbl="parChTrans1D2" presStyleIdx="0" presStyleCnt="5"/>
      <dgm:spPr/>
      <dgm:t>
        <a:bodyPr/>
        <a:lstStyle/>
        <a:p>
          <a:endParaRPr lang="pt-PT"/>
        </a:p>
      </dgm:t>
    </dgm:pt>
    <dgm:pt modelId="{A7747DA9-DFBF-C840-8F96-D990A053CFE8}" type="pres">
      <dgm:prSet presAssocID="{3D59212E-0BCF-C849-92C1-6AD81D2575B2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6A6FE5D3-B6B6-C346-8582-830492C67515}" type="pres">
      <dgm:prSet presAssocID="{3D59212E-0BCF-C849-92C1-6AD81D2575B2}" presName="rootComposite" presStyleCnt="0"/>
      <dgm:spPr/>
      <dgm:t>
        <a:bodyPr/>
        <a:lstStyle/>
        <a:p>
          <a:endParaRPr lang="pt-PT"/>
        </a:p>
      </dgm:t>
    </dgm:pt>
    <dgm:pt modelId="{F9D67AA1-43DA-9D4C-921F-2D2A5B88EFEB}" type="pres">
      <dgm:prSet presAssocID="{3D59212E-0BCF-C849-92C1-6AD81D2575B2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D0FEFF67-7AEB-0748-8919-7D087879EDE3}" type="pres">
      <dgm:prSet presAssocID="{3D59212E-0BCF-C849-92C1-6AD81D2575B2}" presName="rootConnector" presStyleLbl="node2" presStyleIdx="0" presStyleCnt="4"/>
      <dgm:spPr/>
      <dgm:t>
        <a:bodyPr/>
        <a:lstStyle/>
        <a:p>
          <a:endParaRPr lang="pt-PT"/>
        </a:p>
      </dgm:t>
    </dgm:pt>
    <dgm:pt modelId="{D6809E54-84A0-9040-9947-83ED74239011}" type="pres">
      <dgm:prSet presAssocID="{3D59212E-0BCF-C849-92C1-6AD81D2575B2}" presName="hierChild4" presStyleCnt="0"/>
      <dgm:spPr/>
      <dgm:t>
        <a:bodyPr/>
        <a:lstStyle/>
        <a:p>
          <a:endParaRPr lang="pt-PT"/>
        </a:p>
      </dgm:t>
    </dgm:pt>
    <dgm:pt modelId="{4774B495-1D17-8444-9396-5A806BDCD6B5}" type="pres">
      <dgm:prSet presAssocID="{EA97F84D-ADB7-AA4C-AF93-507C075A4F36}" presName="Name35" presStyleLbl="parChTrans1D3" presStyleIdx="0" presStyleCnt="13"/>
      <dgm:spPr/>
      <dgm:t>
        <a:bodyPr/>
        <a:lstStyle/>
        <a:p>
          <a:endParaRPr lang="pt-PT"/>
        </a:p>
      </dgm:t>
    </dgm:pt>
    <dgm:pt modelId="{6A6EFD72-FC6D-2F49-926D-EF6E67D676A4}" type="pres">
      <dgm:prSet presAssocID="{EA4EE2FC-6E89-CF4B-93DE-06F29CF47E9E}" presName="hierRoot2" presStyleCnt="0">
        <dgm:presLayoutVars>
          <dgm:hierBranch val="hang"/>
        </dgm:presLayoutVars>
      </dgm:prSet>
      <dgm:spPr/>
      <dgm:t>
        <a:bodyPr/>
        <a:lstStyle/>
        <a:p>
          <a:endParaRPr lang="pt-PT"/>
        </a:p>
      </dgm:t>
    </dgm:pt>
    <dgm:pt modelId="{AD70BB1F-9FE7-6C42-A7F8-F5AF7B7D90CD}" type="pres">
      <dgm:prSet presAssocID="{EA4EE2FC-6E89-CF4B-93DE-06F29CF47E9E}" presName="rootComposite" presStyleCnt="0"/>
      <dgm:spPr/>
      <dgm:t>
        <a:bodyPr/>
        <a:lstStyle/>
        <a:p>
          <a:endParaRPr lang="pt-PT"/>
        </a:p>
      </dgm:t>
    </dgm:pt>
    <dgm:pt modelId="{FE870A73-2281-A74E-AED0-2E7191F50F27}" type="pres">
      <dgm:prSet presAssocID="{EA4EE2FC-6E89-CF4B-93DE-06F29CF47E9E}" presName="rootText" presStyleLbl="node3" presStyleIdx="0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22CAC9CB-7EEA-364D-9153-C2D72E430F24}" type="pres">
      <dgm:prSet presAssocID="{EA4EE2FC-6E89-CF4B-93DE-06F29CF47E9E}" presName="rootConnector" presStyleLbl="node3" presStyleIdx="0" presStyleCnt="10"/>
      <dgm:spPr/>
      <dgm:t>
        <a:bodyPr/>
        <a:lstStyle/>
        <a:p>
          <a:endParaRPr lang="pt-PT"/>
        </a:p>
      </dgm:t>
    </dgm:pt>
    <dgm:pt modelId="{45E0EACE-1612-CB4A-B56C-C8BAE140B530}" type="pres">
      <dgm:prSet presAssocID="{EA4EE2FC-6E89-CF4B-93DE-06F29CF47E9E}" presName="hierChild4" presStyleCnt="0"/>
      <dgm:spPr/>
      <dgm:t>
        <a:bodyPr/>
        <a:lstStyle/>
        <a:p>
          <a:endParaRPr lang="pt-PT"/>
        </a:p>
      </dgm:t>
    </dgm:pt>
    <dgm:pt modelId="{B8846A2B-F1E0-C344-A32B-0AF0C0994450}" type="pres">
      <dgm:prSet presAssocID="{EA4EE2FC-6E89-CF4B-93DE-06F29CF47E9E}" presName="hierChild5" presStyleCnt="0"/>
      <dgm:spPr/>
      <dgm:t>
        <a:bodyPr/>
        <a:lstStyle/>
        <a:p>
          <a:endParaRPr lang="pt-PT"/>
        </a:p>
      </dgm:t>
    </dgm:pt>
    <dgm:pt modelId="{A59F00A3-9546-0745-B8EB-7339C8C2B952}" type="pres">
      <dgm:prSet presAssocID="{EA2B4CF9-050D-1F4C-B8BA-26CFCD0C6B6D}" presName="Name35" presStyleLbl="parChTrans1D3" presStyleIdx="1" presStyleCnt="13"/>
      <dgm:spPr/>
      <dgm:t>
        <a:bodyPr/>
        <a:lstStyle/>
        <a:p>
          <a:endParaRPr lang="pt-PT"/>
        </a:p>
      </dgm:t>
    </dgm:pt>
    <dgm:pt modelId="{FDDEB663-61FE-DF4F-A531-4074311726B1}" type="pres">
      <dgm:prSet presAssocID="{2B2D9FB8-B21D-3A4F-B842-A3B39F3A2E45}" presName="hierRoot2" presStyleCnt="0">
        <dgm:presLayoutVars>
          <dgm:hierBranch val="hang"/>
        </dgm:presLayoutVars>
      </dgm:prSet>
      <dgm:spPr/>
      <dgm:t>
        <a:bodyPr/>
        <a:lstStyle/>
        <a:p>
          <a:endParaRPr lang="pt-PT"/>
        </a:p>
      </dgm:t>
    </dgm:pt>
    <dgm:pt modelId="{1161D22E-2CD0-E643-AF90-E5B39810981B}" type="pres">
      <dgm:prSet presAssocID="{2B2D9FB8-B21D-3A4F-B842-A3B39F3A2E45}" presName="rootComposite" presStyleCnt="0"/>
      <dgm:spPr/>
      <dgm:t>
        <a:bodyPr/>
        <a:lstStyle/>
        <a:p>
          <a:endParaRPr lang="pt-PT"/>
        </a:p>
      </dgm:t>
    </dgm:pt>
    <dgm:pt modelId="{A046CF93-5EC3-3445-8571-A9C02504A246}" type="pres">
      <dgm:prSet presAssocID="{2B2D9FB8-B21D-3A4F-B842-A3B39F3A2E45}" presName="rootText" presStyleLbl="node3" presStyleIdx="1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C3B39F46-CE61-5343-8FDB-8A3A2397EAE6}" type="pres">
      <dgm:prSet presAssocID="{2B2D9FB8-B21D-3A4F-B842-A3B39F3A2E45}" presName="rootConnector" presStyleLbl="node3" presStyleIdx="1" presStyleCnt="10"/>
      <dgm:spPr/>
      <dgm:t>
        <a:bodyPr/>
        <a:lstStyle/>
        <a:p>
          <a:endParaRPr lang="pt-PT"/>
        </a:p>
      </dgm:t>
    </dgm:pt>
    <dgm:pt modelId="{338AE98B-9ADC-B44E-B135-21DB4B9CDB96}" type="pres">
      <dgm:prSet presAssocID="{2B2D9FB8-B21D-3A4F-B842-A3B39F3A2E45}" presName="hierChild4" presStyleCnt="0"/>
      <dgm:spPr/>
      <dgm:t>
        <a:bodyPr/>
        <a:lstStyle/>
        <a:p>
          <a:endParaRPr lang="pt-PT"/>
        </a:p>
      </dgm:t>
    </dgm:pt>
    <dgm:pt modelId="{DBC59A80-72BE-DA43-9501-EB96D1CCC4C3}" type="pres">
      <dgm:prSet presAssocID="{2B2D9FB8-B21D-3A4F-B842-A3B39F3A2E45}" presName="hierChild5" presStyleCnt="0"/>
      <dgm:spPr/>
      <dgm:t>
        <a:bodyPr/>
        <a:lstStyle/>
        <a:p>
          <a:endParaRPr lang="pt-PT"/>
        </a:p>
      </dgm:t>
    </dgm:pt>
    <dgm:pt modelId="{119AC3B6-2B85-A641-B3B1-05C9BE1CFF49}" type="pres">
      <dgm:prSet presAssocID="{4EF770A3-765D-C14F-9C90-B4A1B6D82CA9}" presName="Name35" presStyleLbl="parChTrans1D3" presStyleIdx="2" presStyleCnt="13"/>
      <dgm:spPr/>
      <dgm:t>
        <a:bodyPr/>
        <a:lstStyle/>
        <a:p>
          <a:endParaRPr lang="pt-PT"/>
        </a:p>
      </dgm:t>
    </dgm:pt>
    <dgm:pt modelId="{090DA189-CD4A-2E46-867A-9E5FD5A5F3DE}" type="pres">
      <dgm:prSet presAssocID="{B26F09FF-57A4-3245-8F98-A9C0970C84D0}" presName="hierRoot2" presStyleCnt="0">
        <dgm:presLayoutVars>
          <dgm:hierBranch val="hang"/>
        </dgm:presLayoutVars>
      </dgm:prSet>
      <dgm:spPr/>
      <dgm:t>
        <a:bodyPr/>
        <a:lstStyle/>
        <a:p>
          <a:endParaRPr lang="pt-PT"/>
        </a:p>
      </dgm:t>
    </dgm:pt>
    <dgm:pt modelId="{A8D49A68-E96E-2B4E-8113-309FF542589D}" type="pres">
      <dgm:prSet presAssocID="{B26F09FF-57A4-3245-8F98-A9C0970C84D0}" presName="rootComposite" presStyleCnt="0"/>
      <dgm:spPr/>
      <dgm:t>
        <a:bodyPr/>
        <a:lstStyle/>
        <a:p>
          <a:endParaRPr lang="pt-PT"/>
        </a:p>
      </dgm:t>
    </dgm:pt>
    <dgm:pt modelId="{725B38DF-2C98-4A4D-BB3C-34637246E87C}" type="pres">
      <dgm:prSet presAssocID="{B26F09FF-57A4-3245-8F98-A9C0970C84D0}" presName="rootText" presStyleLbl="node3" presStyleIdx="2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C4662BCF-5A7C-9043-9BE3-AB83B76A4944}" type="pres">
      <dgm:prSet presAssocID="{B26F09FF-57A4-3245-8F98-A9C0970C84D0}" presName="rootConnector" presStyleLbl="node3" presStyleIdx="2" presStyleCnt="10"/>
      <dgm:spPr/>
      <dgm:t>
        <a:bodyPr/>
        <a:lstStyle/>
        <a:p>
          <a:endParaRPr lang="pt-PT"/>
        </a:p>
      </dgm:t>
    </dgm:pt>
    <dgm:pt modelId="{EDC9B8DD-FD51-B74B-918F-A651EF19A099}" type="pres">
      <dgm:prSet presAssocID="{B26F09FF-57A4-3245-8F98-A9C0970C84D0}" presName="hierChild4" presStyleCnt="0"/>
      <dgm:spPr/>
      <dgm:t>
        <a:bodyPr/>
        <a:lstStyle/>
        <a:p>
          <a:endParaRPr lang="pt-PT"/>
        </a:p>
      </dgm:t>
    </dgm:pt>
    <dgm:pt modelId="{58DC1DDC-8B90-6846-A0DC-9BEF2C8F93F1}" type="pres">
      <dgm:prSet presAssocID="{B26F09FF-57A4-3245-8F98-A9C0970C84D0}" presName="hierChild5" presStyleCnt="0"/>
      <dgm:spPr/>
      <dgm:t>
        <a:bodyPr/>
        <a:lstStyle/>
        <a:p>
          <a:endParaRPr lang="pt-PT"/>
        </a:p>
      </dgm:t>
    </dgm:pt>
    <dgm:pt modelId="{4EE17D6D-0025-7B45-AEB1-E0D5B38452A7}" type="pres">
      <dgm:prSet presAssocID="{2162A77B-19B6-AC47-8891-816247996BA8}" presName="Name35" presStyleLbl="parChTrans1D3" presStyleIdx="3" presStyleCnt="13"/>
      <dgm:spPr/>
      <dgm:t>
        <a:bodyPr/>
        <a:lstStyle/>
        <a:p>
          <a:endParaRPr lang="pt-PT"/>
        </a:p>
      </dgm:t>
    </dgm:pt>
    <dgm:pt modelId="{FC97BD4D-1FA2-C749-8F1D-CB6C959B27F3}" type="pres">
      <dgm:prSet presAssocID="{CB94B0CB-58F4-0348-9F55-7336BE8DDD19}" presName="hierRoot2" presStyleCnt="0">
        <dgm:presLayoutVars>
          <dgm:hierBranch val="hang"/>
        </dgm:presLayoutVars>
      </dgm:prSet>
      <dgm:spPr/>
      <dgm:t>
        <a:bodyPr/>
        <a:lstStyle/>
        <a:p>
          <a:endParaRPr lang="pt-PT"/>
        </a:p>
      </dgm:t>
    </dgm:pt>
    <dgm:pt modelId="{690613E6-010D-F34B-97AE-5CCA12FAE110}" type="pres">
      <dgm:prSet presAssocID="{CB94B0CB-58F4-0348-9F55-7336BE8DDD19}" presName="rootComposite" presStyleCnt="0"/>
      <dgm:spPr/>
      <dgm:t>
        <a:bodyPr/>
        <a:lstStyle/>
        <a:p>
          <a:endParaRPr lang="pt-PT"/>
        </a:p>
      </dgm:t>
    </dgm:pt>
    <dgm:pt modelId="{D62C746C-8072-5D4F-A353-944598E9CCFD}" type="pres">
      <dgm:prSet presAssocID="{CB94B0CB-58F4-0348-9F55-7336BE8DDD19}" presName="rootText" presStyleLbl="node3" presStyleIdx="3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879AA766-4C0B-254F-869B-0A3C051FC782}" type="pres">
      <dgm:prSet presAssocID="{CB94B0CB-58F4-0348-9F55-7336BE8DDD19}" presName="rootConnector" presStyleLbl="node3" presStyleIdx="3" presStyleCnt="10"/>
      <dgm:spPr/>
      <dgm:t>
        <a:bodyPr/>
        <a:lstStyle/>
        <a:p>
          <a:endParaRPr lang="pt-PT"/>
        </a:p>
      </dgm:t>
    </dgm:pt>
    <dgm:pt modelId="{571B580D-AA7E-2648-A8A1-68FE8DD160C6}" type="pres">
      <dgm:prSet presAssocID="{CB94B0CB-58F4-0348-9F55-7336BE8DDD19}" presName="hierChild4" presStyleCnt="0"/>
      <dgm:spPr/>
      <dgm:t>
        <a:bodyPr/>
        <a:lstStyle/>
        <a:p>
          <a:endParaRPr lang="pt-PT"/>
        </a:p>
      </dgm:t>
    </dgm:pt>
    <dgm:pt modelId="{30CBDA10-A4A2-4543-9A19-EC412DF61D2E}" type="pres">
      <dgm:prSet presAssocID="{CB94B0CB-58F4-0348-9F55-7336BE8DDD19}" presName="hierChild5" presStyleCnt="0"/>
      <dgm:spPr/>
      <dgm:t>
        <a:bodyPr/>
        <a:lstStyle/>
        <a:p>
          <a:endParaRPr lang="pt-PT"/>
        </a:p>
      </dgm:t>
    </dgm:pt>
    <dgm:pt modelId="{9B2C0E35-9FF6-A146-9E55-B15D734B7087}" type="pres">
      <dgm:prSet presAssocID="{3D59212E-0BCF-C849-92C1-6AD81D2575B2}" presName="hierChild5" presStyleCnt="0"/>
      <dgm:spPr/>
      <dgm:t>
        <a:bodyPr/>
        <a:lstStyle/>
        <a:p>
          <a:endParaRPr lang="pt-PT"/>
        </a:p>
      </dgm:t>
    </dgm:pt>
    <dgm:pt modelId="{A1552B21-F296-7143-95F8-1962BFE992AD}" type="pres">
      <dgm:prSet presAssocID="{B8167AFF-7A1E-0E48-82B3-E69F17C2A24F}" presName="Name35" presStyleLbl="parChTrans1D2" presStyleIdx="1" presStyleCnt="5"/>
      <dgm:spPr/>
      <dgm:t>
        <a:bodyPr/>
        <a:lstStyle/>
        <a:p>
          <a:endParaRPr lang="pt-PT"/>
        </a:p>
      </dgm:t>
    </dgm:pt>
    <dgm:pt modelId="{00C10F1B-D8A3-FA49-8DD6-BA7BCC413698}" type="pres">
      <dgm:prSet presAssocID="{20044E96-55DD-EB40-924A-084D2790ED94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4ACAC4DB-6D65-2540-B19F-F60F6B80FC06}" type="pres">
      <dgm:prSet presAssocID="{20044E96-55DD-EB40-924A-084D2790ED94}" presName="rootComposite" presStyleCnt="0"/>
      <dgm:spPr/>
      <dgm:t>
        <a:bodyPr/>
        <a:lstStyle/>
        <a:p>
          <a:endParaRPr lang="pt-PT"/>
        </a:p>
      </dgm:t>
    </dgm:pt>
    <dgm:pt modelId="{F6741FCA-B64B-0449-AE12-C66963FD2478}" type="pres">
      <dgm:prSet presAssocID="{20044E96-55DD-EB40-924A-084D2790ED94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480B1A04-A6D9-9441-B1F2-C1C32E565D63}" type="pres">
      <dgm:prSet presAssocID="{20044E96-55DD-EB40-924A-084D2790ED94}" presName="rootConnector" presStyleLbl="node2" presStyleIdx="1" presStyleCnt="4"/>
      <dgm:spPr/>
      <dgm:t>
        <a:bodyPr/>
        <a:lstStyle/>
        <a:p>
          <a:endParaRPr lang="pt-PT"/>
        </a:p>
      </dgm:t>
    </dgm:pt>
    <dgm:pt modelId="{4978D5A7-BA83-AB43-8633-49325ADA546D}" type="pres">
      <dgm:prSet presAssocID="{20044E96-55DD-EB40-924A-084D2790ED94}" presName="hierChild4" presStyleCnt="0"/>
      <dgm:spPr/>
      <dgm:t>
        <a:bodyPr/>
        <a:lstStyle/>
        <a:p>
          <a:endParaRPr lang="pt-PT"/>
        </a:p>
      </dgm:t>
    </dgm:pt>
    <dgm:pt modelId="{E6216475-B5E3-FA4F-AC07-AF05FC37E6F9}" type="pres">
      <dgm:prSet presAssocID="{EA221F53-1FFB-994B-AC49-176CA081D984}" presName="Name35" presStyleLbl="parChTrans1D3" presStyleIdx="4" presStyleCnt="13"/>
      <dgm:spPr/>
      <dgm:t>
        <a:bodyPr/>
        <a:lstStyle/>
        <a:p>
          <a:endParaRPr lang="pt-PT"/>
        </a:p>
      </dgm:t>
    </dgm:pt>
    <dgm:pt modelId="{71009597-4A56-B844-908F-4FA1D98B72E6}" type="pres">
      <dgm:prSet presAssocID="{1895C6EB-5873-F94A-8F3F-3340A8C435B8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07B2099C-F9D5-9A4C-87D8-94DC4C62C940}" type="pres">
      <dgm:prSet presAssocID="{1895C6EB-5873-F94A-8F3F-3340A8C435B8}" presName="rootComposite" presStyleCnt="0"/>
      <dgm:spPr/>
      <dgm:t>
        <a:bodyPr/>
        <a:lstStyle/>
        <a:p>
          <a:endParaRPr lang="pt-PT"/>
        </a:p>
      </dgm:t>
    </dgm:pt>
    <dgm:pt modelId="{08917FD5-E101-FF44-B60D-F64843780E4D}" type="pres">
      <dgm:prSet presAssocID="{1895C6EB-5873-F94A-8F3F-3340A8C435B8}" presName="rootText" presStyleLbl="node3" presStyleIdx="4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3B3D8AD0-50D4-804D-95C7-7B5F68C0BD78}" type="pres">
      <dgm:prSet presAssocID="{1895C6EB-5873-F94A-8F3F-3340A8C435B8}" presName="rootConnector" presStyleLbl="node3" presStyleIdx="4" presStyleCnt="10"/>
      <dgm:spPr/>
      <dgm:t>
        <a:bodyPr/>
        <a:lstStyle/>
        <a:p>
          <a:endParaRPr lang="pt-PT"/>
        </a:p>
      </dgm:t>
    </dgm:pt>
    <dgm:pt modelId="{5166BA50-5AF3-714C-96DF-C27820A81075}" type="pres">
      <dgm:prSet presAssocID="{1895C6EB-5873-F94A-8F3F-3340A8C435B8}" presName="hierChild4" presStyleCnt="0"/>
      <dgm:spPr/>
      <dgm:t>
        <a:bodyPr/>
        <a:lstStyle/>
        <a:p>
          <a:endParaRPr lang="pt-PT"/>
        </a:p>
      </dgm:t>
    </dgm:pt>
    <dgm:pt modelId="{4E12245F-9696-3C4B-9DC8-D74BD7D65113}" type="pres">
      <dgm:prSet presAssocID="{901744CD-C04B-3D45-91A9-CE7D702F5BFA}" presName="Name35" presStyleLbl="parChTrans1D4" presStyleIdx="0" presStyleCnt="9"/>
      <dgm:spPr/>
      <dgm:t>
        <a:bodyPr/>
        <a:lstStyle/>
        <a:p>
          <a:endParaRPr lang="pt-PT"/>
        </a:p>
      </dgm:t>
    </dgm:pt>
    <dgm:pt modelId="{7785A305-1200-6944-809D-8E5F03AD1058}" type="pres">
      <dgm:prSet presAssocID="{FE60D16E-E678-F042-A6EB-8794C7858598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F05F3AE6-0773-A845-BB1E-6ACCB586E65F}" type="pres">
      <dgm:prSet presAssocID="{FE60D16E-E678-F042-A6EB-8794C7858598}" presName="rootComposite" presStyleCnt="0"/>
      <dgm:spPr/>
      <dgm:t>
        <a:bodyPr/>
        <a:lstStyle/>
        <a:p>
          <a:endParaRPr lang="pt-PT"/>
        </a:p>
      </dgm:t>
    </dgm:pt>
    <dgm:pt modelId="{FCC0038E-D458-174A-B62E-7FB6999C4583}" type="pres">
      <dgm:prSet presAssocID="{FE60D16E-E678-F042-A6EB-8794C7858598}" presName="rootText" presStyleLbl="node4" presStyleIdx="0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60F6C88B-AB2C-0B43-A38F-DA5971B99F09}" type="pres">
      <dgm:prSet presAssocID="{FE60D16E-E678-F042-A6EB-8794C7858598}" presName="rootConnector" presStyleLbl="node4" presStyleIdx="0" presStyleCnt="9"/>
      <dgm:spPr/>
      <dgm:t>
        <a:bodyPr/>
        <a:lstStyle/>
        <a:p>
          <a:endParaRPr lang="pt-PT"/>
        </a:p>
      </dgm:t>
    </dgm:pt>
    <dgm:pt modelId="{011810C5-19F0-8A49-B2DF-0842125A95F5}" type="pres">
      <dgm:prSet presAssocID="{FE60D16E-E678-F042-A6EB-8794C7858598}" presName="hierChild4" presStyleCnt="0"/>
      <dgm:spPr/>
      <dgm:t>
        <a:bodyPr/>
        <a:lstStyle/>
        <a:p>
          <a:endParaRPr lang="pt-PT"/>
        </a:p>
      </dgm:t>
    </dgm:pt>
    <dgm:pt modelId="{2722C783-13B6-5546-9DAB-93E07475FAC0}" type="pres">
      <dgm:prSet presAssocID="{259B5B7A-FEB8-4A4B-9A32-B4057A7BAE81}" presName="Name35" presStyleLbl="parChTrans1D4" presStyleIdx="1" presStyleCnt="9"/>
      <dgm:spPr/>
      <dgm:t>
        <a:bodyPr/>
        <a:lstStyle/>
        <a:p>
          <a:endParaRPr lang="pt-PT"/>
        </a:p>
      </dgm:t>
    </dgm:pt>
    <dgm:pt modelId="{4152C57B-BD01-CE43-AAE4-A824DF79B035}" type="pres">
      <dgm:prSet presAssocID="{426295A4-84A9-524C-97F1-561BB08DCDD3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9B88D669-2935-B04D-90C5-1655636D6F22}" type="pres">
      <dgm:prSet presAssocID="{426295A4-84A9-524C-97F1-561BB08DCDD3}" presName="rootComposite" presStyleCnt="0"/>
      <dgm:spPr/>
      <dgm:t>
        <a:bodyPr/>
        <a:lstStyle/>
        <a:p>
          <a:endParaRPr lang="pt-PT"/>
        </a:p>
      </dgm:t>
    </dgm:pt>
    <dgm:pt modelId="{A0D71564-8C17-384E-9634-3B8C8B6DE9B6}" type="pres">
      <dgm:prSet presAssocID="{426295A4-84A9-524C-97F1-561BB08DCDD3}" presName="rootText" presStyleLbl="node4" presStyleIdx="1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D8B32CB3-DC3C-8A4E-AEAA-C3BD5E2643DD}" type="pres">
      <dgm:prSet presAssocID="{426295A4-84A9-524C-97F1-561BB08DCDD3}" presName="rootConnector" presStyleLbl="node4" presStyleIdx="1" presStyleCnt="9"/>
      <dgm:spPr/>
      <dgm:t>
        <a:bodyPr/>
        <a:lstStyle/>
        <a:p>
          <a:endParaRPr lang="pt-PT"/>
        </a:p>
      </dgm:t>
    </dgm:pt>
    <dgm:pt modelId="{63B8996C-F6B9-A641-A8E7-3999A22AFD6F}" type="pres">
      <dgm:prSet presAssocID="{426295A4-84A9-524C-97F1-561BB08DCDD3}" presName="hierChild4" presStyleCnt="0"/>
      <dgm:spPr/>
      <dgm:t>
        <a:bodyPr/>
        <a:lstStyle/>
        <a:p>
          <a:endParaRPr lang="pt-PT"/>
        </a:p>
      </dgm:t>
    </dgm:pt>
    <dgm:pt modelId="{61CEA62B-F526-C845-A0B3-E249899F9043}" type="pres">
      <dgm:prSet presAssocID="{426295A4-84A9-524C-97F1-561BB08DCDD3}" presName="hierChild5" presStyleCnt="0"/>
      <dgm:spPr/>
      <dgm:t>
        <a:bodyPr/>
        <a:lstStyle/>
        <a:p>
          <a:endParaRPr lang="pt-PT"/>
        </a:p>
      </dgm:t>
    </dgm:pt>
    <dgm:pt modelId="{C48EEDC5-E2A4-DC43-845C-16C58B0560D7}" type="pres">
      <dgm:prSet presAssocID="{BE434D5C-2801-3A46-A52E-70511DB823D0}" presName="Name35" presStyleLbl="parChTrans1D4" presStyleIdx="2" presStyleCnt="9"/>
      <dgm:spPr/>
      <dgm:t>
        <a:bodyPr/>
        <a:lstStyle/>
        <a:p>
          <a:endParaRPr lang="pt-PT"/>
        </a:p>
      </dgm:t>
    </dgm:pt>
    <dgm:pt modelId="{4A45AE58-21F8-0D45-9602-1F025069FD96}" type="pres">
      <dgm:prSet presAssocID="{3F6A1330-AC46-364F-A4CB-E615D7FF818A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BE883292-9137-A24E-9465-EF90C1453486}" type="pres">
      <dgm:prSet presAssocID="{3F6A1330-AC46-364F-A4CB-E615D7FF818A}" presName="rootComposite" presStyleCnt="0"/>
      <dgm:spPr/>
      <dgm:t>
        <a:bodyPr/>
        <a:lstStyle/>
        <a:p>
          <a:endParaRPr lang="pt-PT"/>
        </a:p>
      </dgm:t>
    </dgm:pt>
    <dgm:pt modelId="{CE6F7CAF-2F7C-554D-96BC-247A145A9AB6}" type="pres">
      <dgm:prSet presAssocID="{3F6A1330-AC46-364F-A4CB-E615D7FF818A}" presName="rootText" presStyleLbl="node4" presStyleIdx="2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F28E629E-4415-FD4C-89F4-902AF4A90786}" type="pres">
      <dgm:prSet presAssocID="{3F6A1330-AC46-364F-A4CB-E615D7FF818A}" presName="rootConnector" presStyleLbl="node4" presStyleIdx="2" presStyleCnt="9"/>
      <dgm:spPr/>
      <dgm:t>
        <a:bodyPr/>
        <a:lstStyle/>
        <a:p>
          <a:endParaRPr lang="pt-PT"/>
        </a:p>
      </dgm:t>
    </dgm:pt>
    <dgm:pt modelId="{5206928B-E812-564F-BD1E-C4098903B528}" type="pres">
      <dgm:prSet presAssocID="{3F6A1330-AC46-364F-A4CB-E615D7FF818A}" presName="hierChild4" presStyleCnt="0"/>
      <dgm:spPr/>
      <dgm:t>
        <a:bodyPr/>
        <a:lstStyle/>
        <a:p>
          <a:endParaRPr lang="pt-PT"/>
        </a:p>
      </dgm:t>
    </dgm:pt>
    <dgm:pt modelId="{87C0B564-E7EB-9749-AC5C-49C79D46A018}" type="pres">
      <dgm:prSet presAssocID="{3F6A1330-AC46-364F-A4CB-E615D7FF818A}" presName="hierChild5" presStyleCnt="0"/>
      <dgm:spPr/>
      <dgm:t>
        <a:bodyPr/>
        <a:lstStyle/>
        <a:p>
          <a:endParaRPr lang="pt-PT"/>
        </a:p>
      </dgm:t>
    </dgm:pt>
    <dgm:pt modelId="{980E27C2-67C3-E847-910E-5BBC1BC9BD95}" type="pres">
      <dgm:prSet presAssocID="{7870FCE3-CF38-4F44-9E2B-8CEB2A0DD075}" presName="Name35" presStyleLbl="parChTrans1D4" presStyleIdx="3" presStyleCnt="9"/>
      <dgm:spPr/>
      <dgm:t>
        <a:bodyPr/>
        <a:lstStyle/>
        <a:p>
          <a:endParaRPr lang="pt-PT"/>
        </a:p>
      </dgm:t>
    </dgm:pt>
    <dgm:pt modelId="{E536054B-C3C4-8E47-802F-93B111014FB5}" type="pres">
      <dgm:prSet presAssocID="{29D95269-FC9E-5447-B598-63A66564CF7D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D9FA81B6-2150-6C4B-9E05-103476CD58A8}" type="pres">
      <dgm:prSet presAssocID="{29D95269-FC9E-5447-B598-63A66564CF7D}" presName="rootComposite" presStyleCnt="0"/>
      <dgm:spPr/>
      <dgm:t>
        <a:bodyPr/>
        <a:lstStyle/>
        <a:p>
          <a:endParaRPr lang="pt-PT"/>
        </a:p>
      </dgm:t>
    </dgm:pt>
    <dgm:pt modelId="{52A0485E-5375-4349-93A0-1F70CA13BA93}" type="pres">
      <dgm:prSet presAssocID="{29D95269-FC9E-5447-B598-63A66564CF7D}" presName="rootText" presStyleLbl="node4" presStyleIdx="3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38EED2A0-09C8-6547-8445-42CDB1553334}" type="pres">
      <dgm:prSet presAssocID="{29D95269-FC9E-5447-B598-63A66564CF7D}" presName="rootConnector" presStyleLbl="node4" presStyleIdx="3" presStyleCnt="9"/>
      <dgm:spPr/>
      <dgm:t>
        <a:bodyPr/>
        <a:lstStyle/>
        <a:p>
          <a:endParaRPr lang="pt-PT"/>
        </a:p>
      </dgm:t>
    </dgm:pt>
    <dgm:pt modelId="{24FBD11C-C5E8-5647-AD41-6BFFDADE7EB9}" type="pres">
      <dgm:prSet presAssocID="{29D95269-FC9E-5447-B598-63A66564CF7D}" presName="hierChild4" presStyleCnt="0"/>
      <dgm:spPr/>
      <dgm:t>
        <a:bodyPr/>
        <a:lstStyle/>
        <a:p>
          <a:endParaRPr lang="pt-PT"/>
        </a:p>
      </dgm:t>
    </dgm:pt>
    <dgm:pt modelId="{6D8636D7-6B5B-8248-8A3F-207360C3D30A}" type="pres">
      <dgm:prSet presAssocID="{29D95269-FC9E-5447-B598-63A66564CF7D}" presName="hierChild5" presStyleCnt="0"/>
      <dgm:spPr/>
      <dgm:t>
        <a:bodyPr/>
        <a:lstStyle/>
        <a:p>
          <a:endParaRPr lang="pt-PT"/>
        </a:p>
      </dgm:t>
    </dgm:pt>
    <dgm:pt modelId="{9BE6943D-9051-194D-8937-4F9893D34C2B}" type="pres">
      <dgm:prSet presAssocID="{44AAED19-3671-0140-9FBD-0A91B88C7C0F}" presName="Name35" presStyleLbl="parChTrans1D4" presStyleIdx="4" presStyleCnt="9"/>
      <dgm:spPr/>
      <dgm:t>
        <a:bodyPr/>
        <a:lstStyle/>
        <a:p>
          <a:endParaRPr lang="pt-PT"/>
        </a:p>
      </dgm:t>
    </dgm:pt>
    <dgm:pt modelId="{B080954A-90BA-CD48-BB8A-FA8588C15F08}" type="pres">
      <dgm:prSet presAssocID="{4A6636AC-42E6-5B49-BDF2-784AD30CBCDE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9767AEEB-F08A-7D4F-86C2-7C5A995E48AB}" type="pres">
      <dgm:prSet presAssocID="{4A6636AC-42E6-5B49-BDF2-784AD30CBCDE}" presName="rootComposite" presStyleCnt="0"/>
      <dgm:spPr/>
      <dgm:t>
        <a:bodyPr/>
        <a:lstStyle/>
        <a:p>
          <a:endParaRPr lang="pt-PT"/>
        </a:p>
      </dgm:t>
    </dgm:pt>
    <dgm:pt modelId="{32347F4C-DDEC-B046-B769-4BF3C354091E}" type="pres">
      <dgm:prSet presAssocID="{4A6636AC-42E6-5B49-BDF2-784AD30CBCDE}" presName="rootText" presStyleLbl="node4" presStyleIdx="4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52407768-487E-6F4C-B0C7-A3E78600BBB7}" type="pres">
      <dgm:prSet presAssocID="{4A6636AC-42E6-5B49-BDF2-784AD30CBCDE}" presName="rootConnector" presStyleLbl="node4" presStyleIdx="4" presStyleCnt="9"/>
      <dgm:spPr/>
      <dgm:t>
        <a:bodyPr/>
        <a:lstStyle/>
        <a:p>
          <a:endParaRPr lang="pt-PT"/>
        </a:p>
      </dgm:t>
    </dgm:pt>
    <dgm:pt modelId="{438AD6BD-2586-E444-BFE4-8CFC96E86A9B}" type="pres">
      <dgm:prSet presAssocID="{4A6636AC-42E6-5B49-BDF2-784AD30CBCDE}" presName="hierChild4" presStyleCnt="0"/>
      <dgm:spPr/>
      <dgm:t>
        <a:bodyPr/>
        <a:lstStyle/>
        <a:p>
          <a:endParaRPr lang="pt-PT"/>
        </a:p>
      </dgm:t>
    </dgm:pt>
    <dgm:pt modelId="{EA10AB3B-E40B-4544-9E01-67CB1F05A433}" type="pres">
      <dgm:prSet presAssocID="{4A6636AC-42E6-5B49-BDF2-784AD30CBCDE}" presName="hierChild5" presStyleCnt="0"/>
      <dgm:spPr/>
      <dgm:t>
        <a:bodyPr/>
        <a:lstStyle/>
        <a:p>
          <a:endParaRPr lang="pt-PT"/>
        </a:p>
      </dgm:t>
    </dgm:pt>
    <dgm:pt modelId="{438A208A-9B1D-2749-A4D3-835B2A745EB0}" type="pres">
      <dgm:prSet presAssocID="{E3E9DF16-2F62-1048-80BD-9EE0F91E15FB}" presName="Name35" presStyleLbl="parChTrans1D4" presStyleIdx="5" presStyleCnt="9"/>
      <dgm:spPr/>
      <dgm:t>
        <a:bodyPr/>
        <a:lstStyle/>
        <a:p>
          <a:endParaRPr lang="pt-PT"/>
        </a:p>
      </dgm:t>
    </dgm:pt>
    <dgm:pt modelId="{597D87D7-C84F-5741-998F-15C70E480619}" type="pres">
      <dgm:prSet presAssocID="{8EAFB9D5-DA22-6241-86A0-E001ABD547E9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410A7868-971F-9846-9D4C-700227B64BB2}" type="pres">
      <dgm:prSet presAssocID="{8EAFB9D5-DA22-6241-86A0-E001ABD547E9}" presName="rootComposite" presStyleCnt="0"/>
      <dgm:spPr/>
      <dgm:t>
        <a:bodyPr/>
        <a:lstStyle/>
        <a:p>
          <a:endParaRPr lang="pt-PT"/>
        </a:p>
      </dgm:t>
    </dgm:pt>
    <dgm:pt modelId="{05479E68-81AB-2142-8A74-AC0ED06869EE}" type="pres">
      <dgm:prSet presAssocID="{8EAFB9D5-DA22-6241-86A0-E001ABD547E9}" presName="rootText" presStyleLbl="node4" presStyleIdx="5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6DC0C045-4716-A040-89ED-8EA67F8443D8}" type="pres">
      <dgm:prSet presAssocID="{8EAFB9D5-DA22-6241-86A0-E001ABD547E9}" presName="rootConnector" presStyleLbl="node4" presStyleIdx="5" presStyleCnt="9"/>
      <dgm:spPr/>
      <dgm:t>
        <a:bodyPr/>
        <a:lstStyle/>
        <a:p>
          <a:endParaRPr lang="pt-PT"/>
        </a:p>
      </dgm:t>
    </dgm:pt>
    <dgm:pt modelId="{59E5BFEF-66EE-7044-9FA3-3FFA32E6A5F7}" type="pres">
      <dgm:prSet presAssocID="{8EAFB9D5-DA22-6241-86A0-E001ABD547E9}" presName="hierChild4" presStyleCnt="0"/>
      <dgm:spPr/>
      <dgm:t>
        <a:bodyPr/>
        <a:lstStyle/>
        <a:p>
          <a:endParaRPr lang="pt-PT"/>
        </a:p>
      </dgm:t>
    </dgm:pt>
    <dgm:pt modelId="{70E93886-7E8E-1647-8947-18E0289D459F}" type="pres">
      <dgm:prSet presAssocID="{8EAFB9D5-DA22-6241-86A0-E001ABD547E9}" presName="hierChild5" presStyleCnt="0"/>
      <dgm:spPr/>
      <dgm:t>
        <a:bodyPr/>
        <a:lstStyle/>
        <a:p>
          <a:endParaRPr lang="pt-PT"/>
        </a:p>
      </dgm:t>
    </dgm:pt>
    <dgm:pt modelId="{18639959-E4AA-004A-823E-0A072F99415C}" type="pres">
      <dgm:prSet presAssocID="{DC34D4DA-F9D8-054A-A1A0-1FB306854E99}" presName="Name35" presStyleLbl="parChTrans1D4" presStyleIdx="6" presStyleCnt="9"/>
      <dgm:spPr/>
      <dgm:t>
        <a:bodyPr/>
        <a:lstStyle/>
        <a:p>
          <a:endParaRPr lang="pt-PT"/>
        </a:p>
      </dgm:t>
    </dgm:pt>
    <dgm:pt modelId="{A9E37649-DC59-A648-940D-FB52CCD425DF}" type="pres">
      <dgm:prSet presAssocID="{94E0E8EA-149D-834B-BED3-8B925E805E95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F139DC26-22B1-1344-AA91-9655485CB6CC}" type="pres">
      <dgm:prSet presAssocID="{94E0E8EA-149D-834B-BED3-8B925E805E95}" presName="rootComposite" presStyleCnt="0"/>
      <dgm:spPr/>
      <dgm:t>
        <a:bodyPr/>
        <a:lstStyle/>
        <a:p>
          <a:endParaRPr lang="pt-PT"/>
        </a:p>
      </dgm:t>
    </dgm:pt>
    <dgm:pt modelId="{9CFF62B1-0161-7C42-B1EE-F5FFC3207006}" type="pres">
      <dgm:prSet presAssocID="{94E0E8EA-149D-834B-BED3-8B925E805E95}" presName="rootText" presStyleLbl="node4" presStyleIdx="6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4AEDF479-03F8-2C48-BCD2-0D150B5B386A}" type="pres">
      <dgm:prSet presAssocID="{94E0E8EA-149D-834B-BED3-8B925E805E95}" presName="rootConnector" presStyleLbl="node4" presStyleIdx="6" presStyleCnt="9"/>
      <dgm:spPr/>
      <dgm:t>
        <a:bodyPr/>
        <a:lstStyle/>
        <a:p>
          <a:endParaRPr lang="pt-PT"/>
        </a:p>
      </dgm:t>
    </dgm:pt>
    <dgm:pt modelId="{FC279C88-5C99-D649-B219-196CF43048BE}" type="pres">
      <dgm:prSet presAssocID="{94E0E8EA-149D-834B-BED3-8B925E805E95}" presName="hierChild4" presStyleCnt="0"/>
      <dgm:spPr/>
      <dgm:t>
        <a:bodyPr/>
        <a:lstStyle/>
        <a:p>
          <a:endParaRPr lang="pt-PT"/>
        </a:p>
      </dgm:t>
    </dgm:pt>
    <dgm:pt modelId="{08536092-C260-6A44-8188-42DC242659A0}" type="pres">
      <dgm:prSet presAssocID="{94E0E8EA-149D-834B-BED3-8B925E805E95}" presName="hierChild5" presStyleCnt="0"/>
      <dgm:spPr/>
      <dgm:t>
        <a:bodyPr/>
        <a:lstStyle/>
        <a:p>
          <a:endParaRPr lang="pt-PT"/>
        </a:p>
      </dgm:t>
    </dgm:pt>
    <dgm:pt modelId="{3508A3A1-A36E-634A-89CC-22CA2F14E951}" type="pres">
      <dgm:prSet presAssocID="{FE60D16E-E678-F042-A6EB-8794C7858598}" presName="hierChild5" presStyleCnt="0"/>
      <dgm:spPr/>
      <dgm:t>
        <a:bodyPr/>
        <a:lstStyle/>
        <a:p>
          <a:endParaRPr lang="pt-PT"/>
        </a:p>
      </dgm:t>
    </dgm:pt>
    <dgm:pt modelId="{9E561440-A039-2C4B-B407-DEFF36549732}" type="pres">
      <dgm:prSet presAssocID="{AA791DDB-CF33-A447-90E1-A044E41B20E3}" presName="Name35" presStyleLbl="parChTrans1D4" presStyleIdx="7" presStyleCnt="9"/>
      <dgm:spPr/>
      <dgm:t>
        <a:bodyPr/>
        <a:lstStyle/>
        <a:p>
          <a:endParaRPr lang="pt-PT"/>
        </a:p>
      </dgm:t>
    </dgm:pt>
    <dgm:pt modelId="{8EBDCD05-784A-D14F-BF13-DB888E82EAF0}" type="pres">
      <dgm:prSet presAssocID="{D179D665-8C9B-AE4C-A8D8-968A42B44A9B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6FE807DC-B08C-124E-9288-C343BA16F1CA}" type="pres">
      <dgm:prSet presAssocID="{D179D665-8C9B-AE4C-A8D8-968A42B44A9B}" presName="rootComposite" presStyleCnt="0"/>
      <dgm:spPr/>
      <dgm:t>
        <a:bodyPr/>
        <a:lstStyle/>
        <a:p>
          <a:endParaRPr lang="pt-PT"/>
        </a:p>
      </dgm:t>
    </dgm:pt>
    <dgm:pt modelId="{1E82EAA8-43DC-5046-8420-87BD6585F7BE}" type="pres">
      <dgm:prSet presAssocID="{D179D665-8C9B-AE4C-A8D8-968A42B44A9B}" presName="rootText" presStyleLbl="node4" presStyleIdx="7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BD6250D1-431D-7047-9DB1-85FCDD3FDFC3}" type="pres">
      <dgm:prSet presAssocID="{D179D665-8C9B-AE4C-A8D8-968A42B44A9B}" presName="rootConnector" presStyleLbl="node4" presStyleIdx="7" presStyleCnt="9"/>
      <dgm:spPr/>
      <dgm:t>
        <a:bodyPr/>
        <a:lstStyle/>
        <a:p>
          <a:endParaRPr lang="pt-PT"/>
        </a:p>
      </dgm:t>
    </dgm:pt>
    <dgm:pt modelId="{CE704C97-7B6F-A14D-B4F2-1AC870815816}" type="pres">
      <dgm:prSet presAssocID="{D179D665-8C9B-AE4C-A8D8-968A42B44A9B}" presName="hierChild4" presStyleCnt="0"/>
      <dgm:spPr/>
      <dgm:t>
        <a:bodyPr/>
        <a:lstStyle/>
        <a:p>
          <a:endParaRPr lang="pt-PT"/>
        </a:p>
      </dgm:t>
    </dgm:pt>
    <dgm:pt modelId="{DB887BAC-308D-B24F-821E-BDA4FB1D844B}" type="pres">
      <dgm:prSet presAssocID="{D179D665-8C9B-AE4C-A8D8-968A42B44A9B}" presName="hierChild5" presStyleCnt="0"/>
      <dgm:spPr/>
      <dgm:t>
        <a:bodyPr/>
        <a:lstStyle/>
        <a:p>
          <a:endParaRPr lang="pt-PT"/>
        </a:p>
      </dgm:t>
    </dgm:pt>
    <dgm:pt modelId="{2441709E-62D9-B841-A903-939ADFF903CB}" type="pres">
      <dgm:prSet presAssocID="{1895C6EB-5873-F94A-8F3F-3340A8C435B8}" presName="hierChild5" presStyleCnt="0"/>
      <dgm:spPr/>
      <dgm:t>
        <a:bodyPr/>
        <a:lstStyle/>
        <a:p>
          <a:endParaRPr lang="pt-PT"/>
        </a:p>
      </dgm:t>
    </dgm:pt>
    <dgm:pt modelId="{96EE2736-26A2-9B4D-9FF8-E610A97AC5E6}" type="pres">
      <dgm:prSet presAssocID="{20044E96-55DD-EB40-924A-084D2790ED94}" presName="hierChild5" presStyleCnt="0"/>
      <dgm:spPr/>
      <dgm:t>
        <a:bodyPr/>
        <a:lstStyle/>
        <a:p>
          <a:endParaRPr lang="pt-PT"/>
        </a:p>
      </dgm:t>
    </dgm:pt>
    <dgm:pt modelId="{86DBD14B-8035-2446-B95E-041DF75FB469}" type="pres">
      <dgm:prSet presAssocID="{F513F9EE-9620-384D-9414-4B509CDD2011}" presName="Name35" presStyleLbl="parChTrans1D2" presStyleIdx="2" presStyleCnt="5"/>
      <dgm:spPr/>
      <dgm:t>
        <a:bodyPr/>
        <a:lstStyle/>
        <a:p>
          <a:endParaRPr lang="pt-PT"/>
        </a:p>
      </dgm:t>
    </dgm:pt>
    <dgm:pt modelId="{BBBF4814-1AF9-304E-BE50-C727B7542ADA}" type="pres">
      <dgm:prSet presAssocID="{58997EE1-1244-B944-909D-2D80220979DA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CE1686F5-5AFC-B845-9188-401371429E1D}" type="pres">
      <dgm:prSet presAssocID="{58997EE1-1244-B944-909D-2D80220979DA}" presName="rootComposite" presStyleCnt="0"/>
      <dgm:spPr/>
      <dgm:t>
        <a:bodyPr/>
        <a:lstStyle/>
        <a:p>
          <a:endParaRPr lang="pt-PT"/>
        </a:p>
      </dgm:t>
    </dgm:pt>
    <dgm:pt modelId="{72D70901-3DC9-E345-8C8D-FD982BC77083}" type="pres">
      <dgm:prSet presAssocID="{58997EE1-1244-B944-909D-2D80220979DA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B96927AB-DE8C-9C4A-A063-0144B5850063}" type="pres">
      <dgm:prSet presAssocID="{58997EE1-1244-B944-909D-2D80220979DA}" presName="rootConnector" presStyleLbl="node2" presStyleIdx="2" presStyleCnt="4"/>
      <dgm:spPr/>
      <dgm:t>
        <a:bodyPr/>
        <a:lstStyle/>
        <a:p>
          <a:endParaRPr lang="pt-PT"/>
        </a:p>
      </dgm:t>
    </dgm:pt>
    <dgm:pt modelId="{526186D9-A015-0E4E-A46F-FF231227C9BC}" type="pres">
      <dgm:prSet presAssocID="{58997EE1-1244-B944-909D-2D80220979DA}" presName="hierChild4" presStyleCnt="0"/>
      <dgm:spPr/>
      <dgm:t>
        <a:bodyPr/>
        <a:lstStyle/>
        <a:p>
          <a:endParaRPr lang="pt-PT"/>
        </a:p>
      </dgm:t>
    </dgm:pt>
    <dgm:pt modelId="{45D0353C-F272-3A46-BC2F-4F93B38EE3BB}" type="pres">
      <dgm:prSet presAssocID="{43020330-E487-1445-91EF-660930A9888F}" presName="Name35" presStyleLbl="parChTrans1D3" presStyleIdx="5" presStyleCnt="13"/>
      <dgm:spPr/>
      <dgm:t>
        <a:bodyPr/>
        <a:lstStyle/>
        <a:p>
          <a:endParaRPr lang="pt-PT"/>
        </a:p>
      </dgm:t>
    </dgm:pt>
    <dgm:pt modelId="{2A06BB8A-02BB-9746-B445-BAC3F8269275}" type="pres">
      <dgm:prSet presAssocID="{80D22601-408A-EB4D-9368-168D843423B4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A9EE98AB-F777-7343-B21F-C8FFFD5CD5EC}" type="pres">
      <dgm:prSet presAssocID="{80D22601-408A-EB4D-9368-168D843423B4}" presName="rootComposite" presStyleCnt="0"/>
      <dgm:spPr/>
      <dgm:t>
        <a:bodyPr/>
        <a:lstStyle/>
        <a:p>
          <a:endParaRPr lang="pt-PT"/>
        </a:p>
      </dgm:t>
    </dgm:pt>
    <dgm:pt modelId="{5AF7DC17-4D0F-0A40-833E-CA7FEE6CEFA0}" type="pres">
      <dgm:prSet presAssocID="{80D22601-408A-EB4D-9368-168D843423B4}" presName="rootText" presStyleLbl="node3" presStyleIdx="5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9A280274-4C20-F545-B572-DED5E99FF058}" type="pres">
      <dgm:prSet presAssocID="{80D22601-408A-EB4D-9368-168D843423B4}" presName="rootConnector" presStyleLbl="node3" presStyleIdx="5" presStyleCnt="10"/>
      <dgm:spPr/>
      <dgm:t>
        <a:bodyPr/>
        <a:lstStyle/>
        <a:p>
          <a:endParaRPr lang="pt-PT"/>
        </a:p>
      </dgm:t>
    </dgm:pt>
    <dgm:pt modelId="{6C7A66E7-920D-664C-B8BA-C9556FFE6176}" type="pres">
      <dgm:prSet presAssocID="{80D22601-408A-EB4D-9368-168D843423B4}" presName="hierChild4" presStyleCnt="0"/>
      <dgm:spPr/>
      <dgm:t>
        <a:bodyPr/>
        <a:lstStyle/>
        <a:p>
          <a:endParaRPr lang="pt-PT"/>
        </a:p>
      </dgm:t>
    </dgm:pt>
    <dgm:pt modelId="{A9A95787-E926-3F4C-BE5D-00810A5188BB}" type="pres">
      <dgm:prSet presAssocID="{80D22601-408A-EB4D-9368-168D843423B4}" presName="hierChild5" presStyleCnt="0"/>
      <dgm:spPr/>
      <dgm:t>
        <a:bodyPr/>
        <a:lstStyle/>
        <a:p>
          <a:endParaRPr lang="pt-PT"/>
        </a:p>
      </dgm:t>
    </dgm:pt>
    <dgm:pt modelId="{49368CFD-3F78-F247-840B-17F71E70D983}" type="pres">
      <dgm:prSet presAssocID="{93C986B9-B55F-D64D-A191-E145996B0545}" presName="Name35" presStyleLbl="parChTrans1D3" presStyleIdx="6" presStyleCnt="13"/>
      <dgm:spPr/>
      <dgm:t>
        <a:bodyPr/>
        <a:lstStyle/>
        <a:p>
          <a:endParaRPr lang="pt-PT"/>
        </a:p>
      </dgm:t>
    </dgm:pt>
    <dgm:pt modelId="{D8A98D19-2812-F34B-BA89-C98E044A0717}" type="pres">
      <dgm:prSet presAssocID="{913AEC5F-121B-B440-8FBB-641B891AB297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9355E7E2-2625-904F-AD36-CB4FC62A0DAF}" type="pres">
      <dgm:prSet presAssocID="{913AEC5F-121B-B440-8FBB-641B891AB297}" presName="rootComposite" presStyleCnt="0"/>
      <dgm:spPr/>
      <dgm:t>
        <a:bodyPr/>
        <a:lstStyle/>
        <a:p>
          <a:endParaRPr lang="pt-PT"/>
        </a:p>
      </dgm:t>
    </dgm:pt>
    <dgm:pt modelId="{8C9F2A96-E3D9-6D40-8088-96C37F1066DD}" type="pres">
      <dgm:prSet presAssocID="{913AEC5F-121B-B440-8FBB-641B891AB297}" presName="rootText" presStyleLbl="node3" presStyleIdx="6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03DC0F6E-7232-214B-A81C-C5F4282A2137}" type="pres">
      <dgm:prSet presAssocID="{913AEC5F-121B-B440-8FBB-641B891AB297}" presName="rootConnector" presStyleLbl="node3" presStyleIdx="6" presStyleCnt="10"/>
      <dgm:spPr/>
      <dgm:t>
        <a:bodyPr/>
        <a:lstStyle/>
        <a:p>
          <a:endParaRPr lang="pt-PT"/>
        </a:p>
      </dgm:t>
    </dgm:pt>
    <dgm:pt modelId="{A043B3BA-88E1-844B-AF6D-F3BF0F453A40}" type="pres">
      <dgm:prSet presAssocID="{913AEC5F-121B-B440-8FBB-641B891AB297}" presName="hierChild4" presStyleCnt="0"/>
      <dgm:spPr/>
      <dgm:t>
        <a:bodyPr/>
        <a:lstStyle/>
        <a:p>
          <a:endParaRPr lang="pt-PT"/>
        </a:p>
      </dgm:t>
    </dgm:pt>
    <dgm:pt modelId="{92F05E97-41FF-FF48-A3B9-6C6F83F6BDD4}" type="pres">
      <dgm:prSet presAssocID="{D1C3BC55-5084-0A40-851F-AB20D2F22A61}" presName="Name35" presStyleLbl="parChTrans1D4" presStyleIdx="8" presStyleCnt="9"/>
      <dgm:spPr/>
      <dgm:t>
        <a:bodyPr/>
        <a:lstStyle/>
        <a:p>
          <a:endParaRPr lang="pt-PT"/>
        </a:p>
      </dgm:t>
    </dgm:pt>
    <dgm:pt modelId="{7510AC64-A5A2-324B-9EC5-F17EF13B0895}" type="pres">
      <dgm:prSet presAssocID="{7BF062F8-757A-A945-A1BB-7E342549F871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627043D7-9EFC-474B-A297-F7D94D4AA8C2}" type="pres">
      <dgm:prSet presAssocID="{7BF062F8-757A-A945-A1BB-7E342549F871}" presName="rootComposite" presStyleCnt="0"/>
      <dgm:spPr/>
      <dgm:t>
        <a:bodyPr/>
        <a:lstStyle/>
        <a:p>
          <a:endParaRPr lang="pt-PT"/>
        </a:p>
      </dgm:t>
    </dgm:pt>
    <dgm:pt modelId="{28587221-A867-6C43-9EEE-7DC1B2D62CDC}" type="pres">
      <dgm:prSet presAssocID="{7BF062F8-757A-A945-A1BB-7E342549F871}" presName="rootText" presStyleLbl="node4" presStyleIdx="8" presStyleCnt="9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9360AE57-E5C1-1144-BF54-C2B361280666}" type="pres">
      <dgm:prSet presAssocID="{7BF062F8-757A-A945-A1BB-7E342549F871}" presName="rootConnector" presStyleLbl="node4" presStyleIdx="8" presStyleCnt="9"/>
      <dgm:spPr/>
      <dgm:t>
        <a:bodyPr/>
        <a:lstStyle/>
        <a:p>
          <a:endParaRPr lang="pt-PT"/>
        </a:p>
      </dgm:t>
    </dgm:pt>
    <dgm:pt modelId="{BC93EA2B-6CC8-A94C-99C5-FEFAF7210821}" type="pres">
      <dgm:prSet presAssocID="{7BF062F8-757A-A945-A1BB-7E342549F871}" presName="hierChild4" presStyleCnt="0"/>
      <dgm:spPr/>
      <dgm:t>
        <a:bodyPr/>
        <a:lstStyle/>
        <a:p>
          <a:endParaRPr lang="pt-PT"/>
        </a:p>
      </dgm:t>
    </dgm:pt>
    <dgm:pt modelId="{1255CDCE-BCC7-2F4E-A5D4-7911063FB721}" type="pres">
      <dgm:prSet presAssocID="{7BF062F8-757A-A945-A1BB-7E342549F871}" presName="hierChild5" presStyleCnt="0"/>
      <dgm:spPr/>
      <dgm:t>
        <a:bodyPr/>
        <a:lstStyle/>
        <a:p>
          <a:endParaRPr lang="pt-PT"/>
        </a:p>
      </dgm:t>
    </dgm:pt>
    <dgm:pt modelId="{EC85073F-E658-0C49-938F-8987A5F7A3B7}" type="pres">
      <dgm:prSet presAssocID="{913AEC5F-121B-B440-8FBB-641B891AB297}" presName="hierChild5" presStyleCnt="0"/>
      <dgm:spPr/>
      <dgm:t>
        <a:bodyPr/>
        <a:lstStyle/>
        <a:p>
          <a:endParaRPr lang="pt-PT"/>
        </a:p>
      </dgm:t>
    </dgm:pt>
    <dgm:pt modelId="{53E4C9D4-BF85-4D48-B5C9-54D26C9E9248}" type="pres">
      <dgm:prSet presAssocID="{58997EE1-1244-B944-909D-2D80220979DA}" presName="hierChild5" presStyleCnt="0"/>
      <dgm:spPr/>
      <dgm:t>
        <a:bodyPr/>
        <a:lstStyle/>
        <a:p>
          <a:endParaRPr lang="pt-PT"/>
        </a:p>
      </dgm:t>
    </dgm:pt>
    <dgm:pt modelId="{326F35A3-94E7-8740-9367-8A0451B601FA}" type="pres">
      <dgm:prSet presAssocID="{DCF0541B-8C8A-414B-A6CF-8C264E713812}" presName="Name35" presStyleLbl="parChTrans1D2" presStyleIdx="3" presStyleCnt="5"/>
      <dgm:spPr/>
      <dgm:t>
        <a:bodyPr/>
        <a:lstStyle/>
        <a:p>
          <a:endParaRPr lang="pt-PT"/>
        </a:p>
      </dgm:t>
    </dgm:pt>
    <dgm:pt modelId="{E7ED3E99-4F63-AE46-BB0E-70C8C054B08B}" type="pres">
      <dgm:prSet presAssocID="{8D863C78-A848-064F-9DB9-EDDCDC30F627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FCBBAA87-CD50-7E4D-A9EA-4032F42329BE}" type="pres">
      <dgm:prSet presAssocID="{8D863C78-A848-064F-9DB9-EDDCDC30F627}" presName="rootComposite" presStyleCnt="0"/>
      <dgm:spPr/>
      <dgm:t>
        <a:bodyPr/>
        <a:lstStyle/>
        <a:p>
          <a:endParaRPr lang="pt-PT"/>
        </a:p>
      </dgm:t>
    </dgm:pt>
    <dgm:pt modelId="{87EF345B-E6A8-874E-BDD5-C3B0FF1EDB37}" type="pres">
      <dgm:prSet presAssocID="{8D863C78-A848-064F-9DB9-EDDCDC30F627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685243AC-F586-AF48-ACAF-324B52907EF5}" type="pres">
      <dgm:prSet presAssocID="{8D863C78-A848-064F-9DB9-EDDCDC30F627}" presName="rootConnector" presStyleLbl="node2" presStyleIdx="3" presStyleCnt="4"/>
      <dgm:spPr/>
      <dgm:t>
        <a:bodyPr/>
        <a:lstStyle/>
        <a:p>
          <a:endParaRPr lang="pt-PT"/>
        </a:p>
      </dgm:t>
    </dgm:pt>
    <dgm:pt modelId="{619048CA-3CD8-B34C-8367-FE5C69178D2D}" type="pres">
      <dgm:prSet presAssocID="{8D863C78-A848-064F-9DB9-EDDCDC30F627}" presName="hierChild4" presStyleCnt="0"/>
      <dgm:spPr/>
      <dgm:t>
        <a:bodyPr/>
        <a:lstStyle/>
        <a:p>
          <a:endParaRPr lang="pt-PT"/>
        </a:p>
      </dgm:t>
    </dgm:pt>
    <dgm:pt modelId="{24EDA422-5120-734D-A996-B3D396FA26FC}" type="pres">
      <dgm:prSet presAssocID="{895378A6-E1CF-194B-BF3B-48BCCE60AA59}" presName="Name35" presStyleLbl="parChTrans1D3" presStyleIdx="7" presStyleCnt="13"/>
      <dgm:spPr/>
      <dgm:t>
        <a:bodyPr/>
        <a:lstStyle/>
        <a:p>
          <a:endParaRPr lang="pt-PT"/>
        </a:p>
      </dgm:t>
    </dgm:pt>
    <dgm:pt modelId="{F2D2400B-1E8D-1646-BB57-BDD51D41201E}" type="pres">
      <dgm:prSet presAssocID="{0B7E490B-6D28-B84D-AF15-9BDB56F60D92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EF359A20-F936-D340-8E74-AF6C0C0F1EB9}" type="pres">
      <dgm:prSet presAssocID="{0B7E490B-6D28-B84D-AF15-9BDB56F60D92}" presName="rootComposite" presStyleCnt="0"/>
      <dgm:spPr/>
      <dgm:t>
        <a:bodyPr/>
        <a:lstStyle/>
        <a:p>
          <a:endParaRPr lang="pt-PT"/>
        </a:p>
      </dgm:t>
    </dgm:pt>
    <dgm:pt modelId="{ACF55E9C-54E0-CF4B-9305-11E5E25A2FC1}" type="pres">
      <dgm:prSet presAssocID="{0B7E490B-6D28-B84D-AF15-9BDB56F60D92}" presName="rootText" presStyleLbl="node3" presStyleIdx="7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B82C2941-3FB0-4043-8FE4-A5298EC648F9}" type="pres">
      <dgm:prSet presAssocID="{0B7E490B-6D28-B84D-AF15-9BDB56F60D92}" presName="rootConnector" presStyleLbl="node3" presStyleIdx="7" presStyleCnt="10"/>
      <dgm:spPr/>
      <dgm:t>
        <a:bodyPr/>
        <a:lstStyle/>
        <a:p>
          <a:endParaRPr lang="pt-PT"/>
        </a:p>
      </dgm:t>
    </dgm:pt>
    <dgm:pt modelId="{187CB0C9-258B-234A-B1B1-3E143227CC46}" type="pres">
      <dgm:prSet presAssocID="{0B7E490B-6D28-B84D-AF15-9BDB56F60D92}" presName="hierChild4" presStyleCnt="0"/>
      <dgm:spPr/>
      <dgm:t>
        <a:bodyPr/>
        <a:lstStyle/>
        <a:p>
          <a:endParaRPr lang="pt-PT"/>
        </a:p>
      </dgm:t>
    </dgm:pt>
    <dgm:pt modelId="{AFBB1921-2BF3-5F44-BBE4-924FFB7A99B8}" type="pres">
      <dgm:prSet presAssocID="{0B7E490B-6D28-B84D-AF15-9BDB56F60D92}" presName="hierChild5" presStyleCnt="0"/>
      <dgm:spPr/>
      <dgm:t>
        <a:bodyPr/>
        <a:lstStyle/>
        <a:p>
          <a:endParaRPr lang="pt-PT"/>
        </a:p>
      </dgm:t>
    </dgm:pt>
    <dgm:pt modelId="{4E7239AD-7EF2-B44D-B4FD-60A8CAB07EE5}" type="pres">
      <dgm:prSet presAssocID="{7D9BC2EB-FD5F-8145-8227-47360A9853D1}" presName="Name35" presStyleLbl="parChTrans1D3" presStyleIdx="8" presStyleCnt="13"/>
      <dgm:spPr/>
      <dgm:t>
        <a:bodyPr/>
        <a:lstStyle/>
        <a:p>
          <a:endParaRPr lang="pt-PT"/>
        </a:p>
      </dgm:t>
    </dgm:pt>
    <dgm:pt modelId="{1E5B6B38-DB7D-2141-8645-D58E7FE72735}" type="pres">
      <dgm:prSet presAssocID="{F900DF2D-A8AF-3643-B286-769440C35DCA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97F1622C-C99F-A64C-A0C8-D00CA630A89A}" type="pres">
      <dgm:prSet presAssocID="{F900DF2D-A8AF-3643-B286-769440C35DCA}" presName="rootComposite" presStyleCnt="0"/>
      <dgm:spPr/>
      <dgm:t>
        <a:bodyPr/>
        <a:lstStyle/>
        <a:p>
          <a:endParaRPr lang="pt-PT"/>
        </a:p>
      </dgm:t>
    </dgm:pt>
    <dgm:pt modelId="{CDD6579F-8555-DC48-B92A-7E9E7F97B273}" type="pres">
      <dgm:prSet presAssocID="{F900DF2D-A8AF-3643-B286-769440C35DCA}" presName="rootText" presStyleLbl="node3" presStyleIdx="8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3DD50989-BC3B-2441-8F27-A3F2603FC4FE}" type="pres">
      <dgm:prSet presAssocID="{F900DF2D-A8AF-3643-B286-769440C35DCA}" presName="rootConnector" presStyleLbl="node3" presStyleIdx="8" presStyleCnt="10"/>
      <dgm:spPr/>
      <dgm:t>
        <a:bodyPr/>
        <a:lstStyle/>
        <a:p>
          <a:endParaRPr lang="pt-PT"/>
        </a:p>
      </dgm:t>
    </dgm:pt>
    <dgm:pt modelId="{F7226490-1431-8049-AB96-E232FC645028}" type="pres">
      <dgm:prSet presAssocID="{F900DF2D-A8AF-3643-B286-769440C35DCA}" presName="hierChild4" presStyleCnt="0"/>
      <dgm:spPr/>
      <dgm:t>
        <a:bodyPr/>
        <a:lstStyle/>
        <a:p>
          <a:endParaRPr lang="pt-PT"/>
        </a:p>
      </dgm:t>
    </dgm:pt>
    <dgm:pt modelId="{FDBCA69A-86C5-E14C-856D-2BBA349C56A1}" type="pres">
      <dgm:prSet presAssocID="{F900DF2D-A8AF-3643-B286-769440C35DCA}" presName="hierChild5" presStyleCnt="0"/>
      <dgm:spPr/>
      <dgm:t>
        <a:bodyPr/>
        <a:lstStyle/>
        <a:p>
          <a:endParaRPr lang="pt-PT"/>
        </a:p>
      </dgm:t>
    </dgm:pt>
    <dgm:pt modelId="{86265074-D01D-4E48-8F24-D04EBC155E87}" type="pres">
      <dgm:prSet presAssocID="{09F577B7-1A3D-0F42-970D-F3D8CD2084DD}" presName="Name35" presStyleLbl="parChTrans1D3" presStyleIdx="9" presStyleCnt="13"/>
      <dgm:spPr/>
      <dgm:t>
        <a:bodyPr/>
        <a:lstStyle/>
        <a:p>
          <a:endParaRPr lang="pt-PT"/>
        </a:p>
      </dgm:t>
    </dgm:pt>
    <dgm:pt modelId="{C30E6470-F8BC-4643-B909-92A88E941B6A}" type="pres">
      <dgm:prSet presAssocID="{0BE9AC48-55CC-3243-9F83-31924C7C3B97}" presName="hierRoot2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0DFB1536-8745-7449-9CD4-3A0E368C32FA}" type="pres">
      <dgm:prSet presAssocID="{0BE9AC48-55CC-3243-9F83-31924C7C3B97}" presName="rootComposite" presStyleCnt="0"/>
      <dgm:spPr/>
      <dgm:t>
        <a:bodyPr/>
        <a:lstStyle/>
        <a:p>
          <a:endParaRPr lang="pt-PT"/>
        </a:p>
      </dgm:t>
    </dgm:pt>
    <dgm:pt modelId="{C19162BD-3884-7940-8A63-78765436EE02}" type="pres">
      <dgm:prSet presAssocID="{0BE9AC48-55CC-3243-9F83-31924C7C3B97}" presName="rootText" presStyleLbl="node3" presStyleIdx="9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7B4483E1-24D1-344B-B73A-168E3C794C67}" type="pres">
      <dgm:prSet presAssocID="{0BE9AC48-55CC-3243-9F83-31924C7C3B97}" presName="rootConnector" presStyleLbl="node3" presStyleIdx="9" presStyleCnt="10"/>
      <dgm:spPr/>
      <dgm:t>
        <a:bodyPr/>
        <a:lstStyle/>
        <a:p>
          <a:endParaRPr lang="pt-PT"/>
        </a:p>
      </dgm:t>
    </dgm:pt>
    <dgm:pt modelId="{27891A71-FF74-4A4B-9AE9-D1F8D933E983}" type="pres">
      <dgm:prSet presAssocID="{0BE9AC48-55CC-3243-9F83-31924C7C3B97}" presName="hierChild4" presStyleCnt="0"/>
      <dgm:spPr/>
      <dgm:t>
        <a:bodyPr/>
        <a:lstStyle/>
        <a:p>
          <a:endParaRPr lang="pt-PT"/>
        </a:p>
      </dgm:t>
    </dgm:pt>
    <dgm:pt modelId="{C36535ED-4B69-F945-871D-4A44C9413604}" type="pres">
      <dgm:prSet presAssocID="{0BE9AC48-55CC-3243-9F83-31924C7C3B97}" presName="hierChild5" presStyleCnt="0"/>
      <dgm:spPr/>
      <dgm:t>
        <a:bodyPr/>
        <a:lstStyle/>
        <a:p>
          <a:endParaRPr lang="pt-PT"/>
        </a:p>
      </dgm:t>
    </dgm:pt>
    <dgm:pt modelId="{7E84A395-18A9-BA48-A92B-F0E9415BB1CC}" type="pres">
      <dgm:prSet presAssocID="{8D863C78-A848-064F-9DB9-EDDCDC30F627}" presName="hierChild5" presStyleCnt="0"/>
      <dgm:spPr/>
      <dgm:t>
        <a:bodyPr/>
        <a:lstStyle/>
        <a:p>
          <a:endParaRPr lang="pt-PT"/>
        </a:p>
      </dgm:t>
    </dgm:pt>
    <dgm:pt modelId="{3B8A3341-46F3-4B4B-B6A3-024203E66B19}" type="pres">
      <dgm:prSet presAssocID="{E229B481-CFD9-EF43-BB0E-1E1C25D82B79}" presName="hierChild3" presStyleCnt="0"/>
      <dgm:spPr/>
      <dgm:t>
        <a:bodyPr/>
        <a:lstStyle/>
        <a:p>
          <a:endParaRPr lang="pt-PT"/>
        </a:p>
      </dgm:t>
    </dgm:pt>
    <dgm:pt modelId="{CC8FA91A-6125-2A45-9525-DCB14E914C74}" type="pres">
      <dgm:prSet presAssocID="{9B55F0B8-55C8-DF46-8D76-1DD19CDDF413}" presName="Name111" presStyleLbl="parChTrans1D2" presStyleIdx="4" presStyleCnt="5"/>
      <dgm:spPr/>
      <dgm:t>
        <a:bodyPr/>
        <a:lstStyle/>
        <a:p>
          <a:endParaRPr lang="pt-PT"/>
        </a:p>
      </dgm:t>
    </dgm:pt>
    <dgm:pt modelId="{F4553BA9-19AF-AB40-A301-0157136CD39C}" type="pres">
      <dgm:prSet presAssocID="{F0473183-EAE8-6C4E-9254-70FF0F2CAE51}" presName="hierRoot3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01DD4B5F-9221-964F-9F16-4A572DF98266}" type="pres">
      <dgm:prSet presAssocID="{F0473183-EAE8-6C4E-9254-70FF0F2CAE51}" presName="rootComposite3" presStyleCnt="0"/>
      <dgm:spPr/>
      <dgm:t>
        <a:bodyPr/>
        <a:lstStyle/>
        <a:p>
          <a:endParaRPr lang="pt-PT"/>
        </a:p>
      </dgm:t>
    </dgm:pt>
    <dgm:pt modelId="{97D0FB62-084D-1D4A-AEB6-2D65A7BB40A7}" type="pres">
      <dgm:prSet presAssocID="{F0473183-EAE8-6C4E-9254-70FF0F2CAE51}" presName="rootText3" presStyleLbl="asst1" presStyleIdx="0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7A6742FB-AD76-4548-91DF-D0AE83DF15ED}" type="pres">
      <dgm:prSet presAssocID="{F0473183-EAE8-6C4E-9254-70FF0F2CAE51}" presName="rootConnector3" presStyleLbl="asst1" presStyleIdx="0" presStyleCnt="4"/>
      <dgm:spPr/>
      <dgm:t>
        <a:bodyPr/>
        <a:lstStyle/>
        <a:p>
          <a:endParaRPr lang="pt-PT"/>
        </a:p>
      </dgm:t>
    </dgm:pt>
    <dgm:pt modelId="{FA536818-F1F6-A848-A052-8F061AB28193}" type="pres">
      <dgm:prSet presAssocID="{F0473183-EAE8-6C4E-9254-70FF0F2CAE51}" presName="hierChild6" presStyleCnt="0"/>
      <dgm:spPr/>
      <dgm:t>
        <a:bodyPr/>
        <a:lstStyle/>
        <a:p>
          <a:endParaRPr lang="pt-PT"/>
        </a:p>
      </dgm:t>
    </dgm:pt>
    <dgm:pt modelId="{DDB020AA-1F06-BA49-B103-D00F64D16FF1}" type="pres">
      <dgm:prSet presAssocID="{F0473183-EAE8-6C4E-9254-70FF0F2CAE51}" presName="hierChild7" presStyleCnt="0"/>
      <dgm:spPr/>
      <dgm:t>
        <a:bodyPr/>
        <a:lstStyle/>
        <a:p>
          <a:endParaRPr lang="pt-PT"/>
        </a:p>
      </dgm:t>
    </dgm:pt>
    <dgm:pt modelId="{16F80A20-060B-664A-8032-67B0FAFF66C3}" type="pres">
      <dgm:prSet presAssocID="{BEFD90F2-FD1A-EF4F-8042-3339B1217DFD}" presName="Name111" presStyleLbl="parChTrans1D3" presStyleIdx="10" presStyleCnt="13"/>
      <dgm:spPr/>
      <dgm:t>
        <a:bodyPr/>
        <a:lstStyle/>
        <a:p>
          <a:endParaRPr lang="pt-PT"/>
        </a:p>
      </dgm:t>
    </dgm:pt>
    <dgm:pt modelId="{CBF378A5-11C8-4641-B557-CA21941085ED}" type="pres">
      <dgm:prSet presAssocID="{A3D1CA67-4F58-2C42-B181-215BA8B92363}" presName="hierRoot3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92CFC5B8-08E4-8F41-ADE4-335915C98DD6}" type="pres">
      <dgm:prSet presAssocID="{A3D1CA67-4F58-2C42-B181-215BA8B92363}" presName="rootComposite3" presStyleCnt="0"/>
      <dgm:spPr/>
      <dgm:t>
        <a:bodyPr/>
        <a:lstStyle/>
        <a:p>
          <a:endParaRPr lang="pt-PT"/>
        </a:p>
      </dgm:t>
    </dgm:pt>
    <dgm:pt modelId="{C9B2AFC6-4A6F-B94A-8AEC-A096C0B0D771}" type="pres">
      <dgm:prSet presAssocID="{A3D1CA67-4F58-2C42-B181-215BA8B92363}" presName="rootText3" presStyleLbl="asst1" presStyleIdx="1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64D27170-BA5B-7B46-8618-E04E7C1382BF}" type="pres">
      <dgm:prSet presAssocID="{A3D1CA67-4F58-2C42-B181-215BA8B92363}" presName="rootConnector3" presStyleLbl="asst1" presStyleIdx="1" presStyleCnt="4"/>
      <dgm:spPr/>
      <dgm:t>
        <a:bodyPr/>
        <a:lstStyle/>
        <a:p>
          <a:endParaRPr lang="pt-PT"/>
        </a:p>
      </dgm:t>
    </dgm:pt>
    <dgm:pt modelId="{92952BD5-AF96-4B4B-9522-5F0B5689BCE6}" type="pres">
      <dgm:prSet presAssocID="{A3D1CA67-4F58-2C42-B181-215BA8B92363}" presName="hierChild6" presStyleCnt="0"/>
      <dgm:spPr/>
      <dgm:t>
        <a:bodyPr/>
        <a:lstStyle/>
        <a:p>
          <a:endParaRPr lang="pt-PT"/>
        </a:p>
      </dgm:t>
    </dgm:pt>
    <dgm:pt modelId="{3AEADC6E-8349-964A-A55B-74713618224C}" type="pres">
      <dgm:prSet presAssocID="{A3D1CA67-4F58-2C42-B181-215BA8B92363}" presName="hierChild7" presStyleCnt="0"/>
      <dgm:spPr/>
      <dgm:t>
        <a:bodyPr/>
        <a:lstStyle/>
        <a:p>
          <a:endParaRPr lang="pt-PT"/>
        </a:p>
      </dgm:t>
    </dgm:pt>
    <dgm:pt modelId="{D38C0CB9-2508-4D46-801D-0FF4AAD5FE1E}" type="pres">
      <dgm:prSet presAssocID="{BC90A974-54FD-A54C-8CDD-C003E6667A64}" presName="Name111" presStyleLbl="parChTrans1D3" presStyleIdx="11" presStyleCnt="13"/>
      <dgm:spPr/>
      <dgm:t>
        <a:bodyPr/>
        <a:lstStyle/>
        <a:p>
          <a:endParaRPr lang="pt-PT"/>
        </a:p>
      </dgm:t>
    </dgm:pt>
    <dgm:pt modelId="{B23C6DF8-0F02-B946-B41A-C95C37D922E5}" type="pres">
      <dgm:prSet presAssocID="{8DA4CAA7-A073-C247-ACCB-81C973CBED20}" presName="hierRoot3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493FA197-022B-4E46-9793-280C30942313}" type="pres">
      <dgm:prSet presAssocID="{8DA4CAA7-A073-C247-ACCB-81C973CBED20}" presName="rootComposite3" presStyleCnt="0"/>
      <dgm:spPr/>
      <dgm:t>
        <a:bodyPr/>
        <a:lstStyle/>
        <a:p>
          <a:endParaRPr lang="pt-PT"/>
        </a:p>
      </dgm:t>
    </dgm:pt>
    <dgm:pt modelId="{A02F7BFB-6889-AF47-93C4-90CC304A574F}" type="pres">
      <dgm:prSet presAssocID="{8DA4CAA7-A073-C247-ACCB-81C973CBED20}" presName="rootText3" presStyleLbl="asst1" presStyleIdx="2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CC7FCB4F-A299-8546-933C-CC3BBBFD96EB}" type="pres">
      <dgm:prSet presAssocID="{8DA4CAA7-A073-C247-ACCB-81C973CBED20}" presName="rootConnector3" presStyleLbl="asst1" presStyleIdx="2" presStyleCnt="4"/>
      <dgm:spPr/>
      <dgm:t>
        <a:bodyPr/>
        <a:lstStyle/>
        <a:p>
          <a:endParaRPr lang="pt-PT"/>
        </a:p>
      </dgm:t>
    </dgm:pt>
    <dgm:pt modelId="{9B78272A-D711-894F-9CEB-D8A4FD8C0162}" type="pres">
      <dgm:prSet presAssocID="{8DA4CAA7-A073-C247-ACCB-81C973CBED20}" presName="hierChild6" presStyleCnt="0"/>
      <dgm:spPr/>
      <dgm:t>
        <a:bodyPr/>
        <a:lstStyle/>
        <a:p>
          <a:endParaRPr lang="pt-PT"/>
        </a:p>
      </dgm:t>
    </dgm:pt>
    <dgm:pt modelId="{73AB041A-F3E6-1946-8595-FE557CBD428A}" type="pres">
      <dgm:prSet presAssocID="{8DA4CAA7-A073-C247-ACCB-81C973CBED20}" presName="hierChild7" presStyleCnt="0"/>
      <dgm:spPr/>
      <dgm:t>
        <a:bodyPr/>
        <a:lstStyle/>
        <a:p>
          <a:endParaRPr lang="pt-PT"/>
        </a:p>
      </dgm:t>
    </dgm:pt>
    <dgm:pt modelId="{8E3BB4F7-CAD5-E24F-A805-D59ECE252C33}" type="pres">
      <dgm:prSet presAssocID="{228B7211-5C7E-394E-AE4B-6AAAFF55B29B}" presName="Name111" presStyleLbl="parChTrans1D3" presStyleIdx="12" presStyleCnt="13"/>
      <dgm:spPr/>
      <dgm:t>
        <a:bodyPr/>
        <a:lstStyle/>
        <a:p>
          <a:endParaRPr lang="pt-PT"/>
        </a:p>
      </dgm:t>
    </dgm:pt>
    <dgm:pt modelId="{50711B34-7F60-324D-BCF9-0250526AB9C3}" type="pres">
      <dgm:prSet presAssocID="{2296BE3C-7067-1A4E-A5B6-620A8E524474}" presName="hierRoot3" presStyleCnt="0">
        <dgm:presLayoutVars>
          <dgm:hierBranch/>
        </dgm:presLayoutVars>
      </dgm:prSet>
      <dgm:spPr/>
      <dgm:t>
        <a:bodyPr/>
        <a:lstStyle/>
        <a:p>
          <a:endParaRPr lang="pt-PT"/>
        </a:p>
      </dgm:t>
    </dgm:pt>
    <dgm:pt modelId="{DE4DC313-7C00-3849-BF7A-DF90761397BC}" type="pres">
      <dgm:prSet presAssocID="{2296BE3C-7067-1A4E-A5B6-620A8E524474}" presName="rootComposite3" presStyleCnt="0"/>
      <dgm:spPr/>
      <dgm:t>
        <a:bodyPr/>
        <a:lstStyle/>
        <a:p>
          <a:endParaRPr lang="pt-PT"/>
        </a:p>
      </dgm:t>
    </dgm:pt>
    <dgm:pt modelId="{DBE96839-C852-DE48-AD1C-5BB87483895E}" type="pres">
      <dgm:prSet presAssocID="{2296BE3C-7067-1A4E-A5B6-620A8E524474}" presName="rootText3" presStyleLbl="asst1" presStyleIdx="3" presStyleCnt="4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B3F5C69C-4228-F14B-A24F-68ABE10E6B2F}" type="pres">
      <dgm:prSet presAssocID="{2296BE3C-7067-1A4E-A5B6-620A8E524474}" presName="rootConnector3" presStyleLbl="asst1" presStyleIdx="3" presStyleCnt="4"/>
      <dgm:spPr/>
      <dgm:t>
        <a:bodyPr/>
        <a:lstStyle/>
        <a:p>
          <a:endParaRPr lang="pt-PT"/>
        </a:p>
      </dgm:t>
    </dgm:pt>
    <dgm:pt modelId="{66F77796-6C22-D544-B2D4-2450608D98A5}" type="pres">
      <dgm:prSet presAssocID="{2296BE3C-7067-1A4E-A5B6-620A8E524474}" presName="hierChild6" presStyleCnt="0"/>
      <dgm:spPr/>
      <dgm:t>
        <a:bodyPr/>
        <a:lstStyle/>
        <a:p>
          <a:endParaRPr lang="pt-PT"/>
        </a:p>
      </dgm:t>
    </dgm:pt>
    <dgm:pt modelId="{F3D37287-9752-1241-9AB0-0E53BAD7CB8A}" type="pres">
      <dgm:prSet presAssocID="{2296BE3C-7067-1A4E-A5B6-620A8E524474}" presName="hierChild7" presStyleCnt="0"/>
      <dgm:spPr/>
      <dgm:t>
        <a:bodyPr/>
        <a:lstStyle/>
        <a:p>
          <a:endParaRPr lang="pt-PT"/>
        </a:p>
      </dgm:t>
    </dgm:pt>
  </dgm:ptLst>
  <dgm:cxnLst>
    <dgm:cxn modelId="{A45A8CC0-6D0C-6048-8F47-90357626B29F}" type="presOf" srcId="{8D863C78-A848-064F-9DB9-EDDCDC30F627}" destId="{685243AC-F586-AF48-ACAF-324B52907EF5}" srcOrd="1" destOrd="0" presId="urn:microsoft.com/office/officeart/2005/8/layout/orgChart1"/>
    <dgm:cxn modelId="{0487296C-BB98-6D49-ACDF-2D4CCE65A4A0}" srcId="{58997EE1-1244-B944-909D-2D80220979DA}" destId="{80D22601-408A-EB4D-9368-168D843423B4}" srcOrd="0" destOrd="0" parTransId="{43020330-E487-1445-91EF-660930A9888F}" sibTransId="{BF9C8A5D-D26F-1546-8319-F6AF03DCBEB3}"/>
    <dgm:cxn modelId="{8C0DED86-37BE-8640-9FC8-4F27E4518454}" type="presOf" srcId="{F900DF2D-A8AF-3643-B286-769440C35DCA}" destId="{3DD50989-BC3B-2441-8F27-A3F2603FC4FE}" srcOrd="1" destOrd="0" presId="urn:microsoft.com/office/officeart/2005/8/layout/orgChart1"/>
    <dgm:cxn modelId="{83EE0015-F35E-1D48-A63A-DD61032679B4}" type="presOf" srcId="{913AEC5F-121B-B440-8FBB-641B891AB297}" destId="{03DC0F6E-7232-214B-A81C-C5F4282A2137}" srcOrd="1" destOrd="0" presId="urn:microsoft.com/office/officeart/2005/8/layout/orgChart1"/>
    <dgm:cxn modelId="{FBCBD7BB-F929-D34D-885F-06E20145B25A}" srcId="{FE60D16E-E678-F042-A6EB-8794C7858598}" destId="{3F6A1330-AC46-364F-A4CB-E615D7FF818A}" srcOrd="1" destOrd="0" parTransId="{BE434D5C-2801-3A46-A52E-70511DB823D0}" sibTransId="{31F27294-52A7-3D43-9DFE-07FD0C345759}"/>
    <dgm:cxn modelId="{AA3BB269-52D1-7146-95B7-A7F46A70C737}" srcId="{58997EE1-1244-B944-909D-2D80220979DA}" destId="{913AEC5F-121B-B440-8FBB-641B891AB297}" srcOrd="1" destOrd="0" parTransId="{93C986B9-B55F-D64D-A191-E145996B0545}" sibTransId="{EE7CFE8A-52FB-B642-879C-5698BE163D7C}"/>
    <dgm:cxn modelId="{4C92D14A-A33D-B942-A141-F68632EC4174}" type="presOf" srcId="{3D59212E-0BCF-C849-92C1-6AD81D2575B2}" destId="{D0FEFF67-7AEB-0748-8919-7D087879EDE3}" srcOrd="1" destOrd="0" presId="urn:microsoft.com/office/officeart/2005/8/layout/orgChart1"/>
    <dgm:cxn modelId="{09526C3D-03BF-AE47-B3C6-3B3495C14976}" srcId="{3D59212E-0BCF-C849-92C1-6AD81D2575B2}" destId="{EA4EE2FC-6E89-CF4B-93DE-06F29CF47E9E}" srcOrd="0" destOrd="0" parTransId="{EA97F84D-ADB7-AA4C-AF93-507C075A4F36}" sibTransId="{E586845D-F28F-4748-A32D-F52BAC4CACC6}"/>
    <dgm:cxn modelId="{3F50087E-AC6B-CD4F-8325-A3D52866EDF8}" type="presOf" srcId="{F900DF2D-A8AF-3643-B286-769440C35DCA}" destId="{CDD6579F-8555-DC48-B92A-7E9E7F97B273}" srcOrd="0" destOrd="0" presId="urn:microsoft.com/office/officeart/2005/8/layout/orgChart1"/>
    <dgm:cxn modelId="{EE6F0BEA-EA17-D74A-81D2-536CF476E972}" type="presOf" srcId="{B26F09FF-57A4-3245-8F98-A9C0970C84D0}" destId="{725B38DF-2C98-4A4D-BB3C-34637246E87C}" srcOrd="0" destOrd="0" presId="urn:microsoft.com/office/officeart/2005/8/layout/orgChart1"/>
    <dgm:cxn modelId="{EA89ADAF-F8B0-2F42-97E2-D44EF9A73B92}" type="presOf" srcId="{7BF062F8-757A-A945-A1BB-7E342549F871}" destId="{9360AE57-E5C1-1144-BF54-C2B361280666}" srcOrd="1" destOrd="0" presId="urn:microsoft.com/office/officeart/2005/8/layout/orgChart1"/>
    <dgm:cxn modelId="{A5AEA45A-ED15-5E41-8BF0-D1AA709D9FB4}" type="presOf" srcId="{2296BE3C-7067-1A4E-A5B6-620A8E524474}" destId="{DBE96839-C852-DE48-AD1C-5BB87483895E}" srcOrd="0" destOrd="0" presId="urn:microsoft.com/office/officeart/2005/8/layout/orgChart1"/>
    <dgm:cxn modelId="{447F2DEB-5528-1845-8B89-851DCC5A7963}" type="presOf" srcId="{B8167AFF-7A1E-0E48-82B3-E69F17C2A24F}" destId="{A1552B21-F296-7143-95F8-1962BFE992AD}" srcOrd="0" destOrd="0" presId="urn:microsoft.com/office/officeart/2005/8/layout/orgChart1"/>
    <dgm:cxn modelId="{448D2E04-A657-F24B-83F0-6351AB25E95B}" type="presOf" srcId="{20044E96-55DD-EB40-924A-084D2790ED94}" destId="{F6741FCA-B64B-0449-AE12-C66963FD2478}" srcOrd="0" destOrd="0" presId="urn:microsoft.com/office/officeart/2005/8/layout/orgChart1"/>
    <dgm:cxn modelId="{B66337B1-29AC-964B-B8F7-668234FE5993}" type="presOf" srcId="{BEFD90F2-FD1A-EF4F-8042-3339B1217DFD}" destId="{16F80A20-060B-664A-8032-67B0FAFF66C3}" srcOrd="0" destOrd="0" presId="urn:microsoft.com/office/officeart/2005/8/layout/orgChart1"/>
    <dgm:cxn modelId="{08239F2E-CEC2-024E-ACE9-C6C93A5AE4CC}" type="presOf" srcId="{EA4EE2FC-6E89-CF4B-93DE-06F29CF47E9E}" destId="{22CAC9CB-7EEA-364D-9153-C2D72E430F24}" srcOrd="1" destOrd="0" presId="urn:microsoft.com/office/officeart/2005/8/layout/orgChart1"/>
    <dgm:cxn modelId="{7C8ED23F-3787-DA44-B761-DCF2D6D60708}" type="presOf" srcId="{0BE9AC48-55CC-3243-9F83-31924C7C3B97}" destId="{7B4483E1-24D1-344B-B73A-168E3C794C67}" srcOrd="1" destOrd="0" presId="urn:microsoft.com/office/officeart/2005/8/layout/orgChart1"/>
    <dgm:cxn modelId="{61D901FD-4733-1943-96C2-60E59CE6D44F}" type="presOf" srcId="{7D9BC2EB-FD5F-8145-8227-47360A9853D1}" destId="{4E7239AD-7EF2-B44D-B4FD-60A8CAB07EE5}" srcOrd="0" destOrd="0" presId="urn:microsoft.com/office/officeart/2005/8/layout/orgChart1"/>
    <dgm:cxn modelId="{31A70821-D5B7-4444-A5B0-361509516A71}" type="presOf" srcId="{B26F09FF-57A4-3245-8F98-A9C0970C84D0}" destId="{C4662BCF-5A7C-9043-9BE3-AB83B76A4944}" srcOrd="1" destOrd="0" presId="urn:microsoft.com/office/officeart/2005/8/layout/orgChart1"/>
    <dgm:cxn modelId="{323B53BE-3536-9B40-B5C1-566CA63477D9}" type="presOf" srcId="{DC34D4DA-F9D8-054A-A1A0-1FB306854E99}" destId="{18639959-E4AA-004A-823E-0A072F99415C}" srcOrd="0" destOrd="0" presId="urn:microsoft.com/office/officeart/2005/8/layout/orgChart1"/>
    <dgm:cxn modelId="{EBC5BA52-C514-7F4C-9692-EC6A255548C3}" type="presOf" srcId="{0B7E490B-6D28-B84D-AF15-9BDB56F60D92}" destId="{B82C2941-3FB0-4043-8FE4-A5298EC648F9}" srcOrd="1" destOrd="0" presId="urn:microsoft.com/office/officeart/2005/8/layout/orgChart1"/>
    <dgm:cxn modelId="{D9492AA6-28E6-074A-8E78-B5A65B330467}" srcId="{8D863C78-A848-064F-9DB9-EDDCDC30F627}" destId="{0B7E490B-6D28-B84D-AF15-9BDB56F60D92}" srcOrd="0" destOrd="0" parTransId="{895378A6-E1CF-194B-BF3B-48BCCE60AA59}" sibTransId="{893C4033-DBE6-454A-BBCE-CEA2A1E7149B}"/>
    <dgm:cxn modelId="{22A00557-B9EE-FE4B-8835-B162AC9E8A0E}" type="presOf" srcId="{901744CD-C04B-3D45-91A9-CE7D702F5BFA}" destId="{4E12245F-9696-3C4B-9DC8-D74BD7D65113}" srcOrd="0" destOrd="0" presId="urn:microsoft.com/office/officeart/2005/8/layout/orgChart1"/>
    <dgm:cxn modelId="{A5716A58-7DC9-7846-878B-E0A21BFFEF8C}" srcId="{E229B481-CFD9-EF43-BB0E-1E1C25D82B79}" destId="{3D59212E-0BCF-C849-92C1-6AD81D2575B2}" srcOrd="1" destOrd="0" parTransId="{DABA08E7-46AA-B443-9A1D-00A8FB8BE2F5}" sibTransId="{B78C9E45-F26D-5B4F-B4D3-28C417A84729}"/>
    <dgm:cxn modelId="{724230BB-ACF6-1248-80DD-D641FAABAE31}" type="presOf" srcId="{4EF770A3-765D-C14F-9C90-B4A1B6D82CA9}" destId="{119AC3B6-2B85-A641-B3B1-05C9BE1CFF49}" srcOrd="0" destOrd="0" presId="urn:microsoft.com/office/officeart/2005/8/layout/orgChart1"/>
    <dgm:cxn modelId="{36F2F8C2-339A-194E-AAC7-329DB381212C}" type="presOf" srcId="{F513F9EE-9620-384D-9414-4B509CDD2011}" destId="{86DBD14B-8035-2446-B95E-041DF75FB469}" srcOrd="0" destOrd="0" presId="urn:microsoft.com/office/officeart/2005/8/layout/orgChart1"/>
    <dgm:cxn modelId="{562FE69D-2614-6241-9483-8227D95CA11A}" type="presOf" srcId="{8DA4CAA7-A073-C247-ACCB-81C973CBED20}" destId="{A02F7BFB-6889-AF47-93C4-90CC304A574F}" srcOrd="0" destOrd="0" presId="urn:microsoft.com/office/officeart/2005/8/layout/orgChart1"/>
    <dgm:cxn modelId="{75494A6E-C36B-2142-81FC-1E5AF3346BAB}" type="presOf" srcId="{AA791DDB-CF33-A447-90E1-A044E41B20E3}" destId="{9E561440-A039-2C4B-B407-DEFF36549732}" srcOrd="0" destOrd="0" presId="urn:microsoft.com/office/officeart/2005/8/layout/orgChart1"/>
    <dgm:cxn modelId="{E8B8EED5-EE4C-5548-BB55-35BD58FBF301}" type="presOf" srcId="{44AAED19-3671-0140-9FBD-0A91B88C7C0F}" destId="{9BE6943D-9051-194D-8937-4F9893D34C2B}" srcOrd="0" destOrd="0" presId="urn:microsoft.com/office/officeart/2005/8/layout/orgChart1"/>
    <dgm:cxn modelId="{F4E94103-4304-1948-A0CE-4F91D661990E}" type="presOf" srcId="{FE60D16E-E678-F042-A6EB-8794C7858598}" destId="{60F6C88B-AB2C-0B43-A38F-DA5971B99F09}" srcOrd="1" destOrd="0" presId="urn:microsoft.com/office/officeart/2005/8/layout/orgChart1"/>
    <dgm:cxn modelId="{BCB242C9-C68C-B74D-B8EE-FC5370BDF748}" type="presOf" srcId="{DCF0541B-8C8A-414B-A6CF-8C264E713812}" destId="{326F35A3-94E7-8740-9367-8A0451B601FA}" srcOrd="0" destOrd="0" presId="urn:microsoft.com/office/officeart/2005/8/layout/orgChart1"/>
    <dgm:cxn modelId="{E39B92CC-E969-FB47-87F0-633D12D92D8F}" srcId="{FE60D16E-E678-F042-A6EB-8794C7858598}" destId="{29D95269-FC9E-5447-B598-63A66564CF7D}" srcOrd="2" destOrd="0" parTransId="{7870FCE3-CF38-4F44-9E2B-8CEB2A0DD075}" sibTransId="{ED7B4FBC-DBFB-6649-B9B2-801C70F2F961}"/>
    <dgm:cxn modelId="{96D4F508-C4F8-6D4A-9C00-6EF079433853}" srcId="{3D59212E-0BCF-C849-92C1-6AD81D2575B2}" destId="{B26F09FF-57A4-3245-8F98-A9C0970C84D0}" srcOrd="2" destOrd="0" parTransId="{4EF770A3-765D-C14F-9C90-B4A1B6D82CA9}" sibTransId="{F1694F4D-EA4E-BC42-AB83-CA153E3834DD}"/>
    <dgm:cxn modelId="{575F9698-3F67-AD4C-AC15-C0EDE7E2411F}" type="presOf" srcId="{7870FCE3-CF38-4F44-9E2B-8CEB2A0DD075}" destId="{980E27C2-67C3-E847-910E-5BBC1BC9BD95}" srcOrd="0" destOrd="0" presId="urn:microsoft.com/office/officeart/2005/8/layout/orgChart1"/>
    <dgm:cxn modelId="{90DAD44D-5CC0-D44C-AD46-A897D3A9DA03}" type="presOf" srcId="{D179D665-8C9B-AE4C-A8D8-968A42B44A9B}" destId="{1E82EAA8-43DC-5046-8420-87BD6585F7BE}" srcOrd="0" destOrd="0" presId="urn:microsoft.com/office/officeart/2005/8/layout/orgChart1"/>
    <dgm:cxn modelId="{4A062CBA-8D5C-4E49-A4B1-F946F367F6AF}" type="presOf" srcId="{0B7E490B-6D28-B84D-AF15-9BDB56F60D92}" destId="{ACF55E9C-54E0-CF4B-9305-11E5E25A2FC1}" srcOrd="0" destOrd="0" presId="urn:microsoft.com/office/officeart/2005/8/layout/orgChart1"/>
    <dgm:cxn modelId="{3E9F1ADE-3135-094F-BD41-CE2B8992DA5F}" type="presOf" srcId="{895378A6-E1CF-194B-BF3B-48BCCE60AA59}" destId="{24EDA422-5120-734D-A996-B3D396FA26FC}" srcOrd="0" destOrd="0" presId="urn:microsoft.com/office/officeart/2005/8/layout/orgChart1"/>
    <dgm:cxn modelId="{715EC6CC-1897-A945-9EFE-7544857C93BD}" type="presOf" srcId="{29D95269-FC9E-5447-B598-63A66564CF7D}" destId="{38EED2A0-09C8-6547-8445-42CDB1553334}" srcOrd="1" destOrd="0" presId="urn:microsoft.com/office/officeart/2005/8/layout/orgChart1"/>
    <dgm:cxn modelId="{5A6EDE42-10BE-D046-8085-E5FFE4B5B822}" type="presOf" srcId="{913AEC5F-121B-B440-8FBB-641B891AB297}" destId="{8C9F2A96-E3D9-6D40-8088-96C37F1066DD}" srcOrd="0" destOrd="0" presId="urn:microsoft.com/office/officeart/2005/8/layout/orgChart1"/>
    <dgm:cxn modelId="{D6447E1F-1C3E-5A41-8FAD-F1CB7ECD0D67}" type="presOf" srcId="{F0473183-EAE8-6C4E-9254-70FF0F2CAE51}" destId="{97D0FB62-084D-1D4A-AEB6-2D65A7BB40A7}" srcOrd="0" destOrd="0" presId="urn:microsoft.com/office/officeart/2005/8/layout/orgChart1"/>
    <dgm:cxn modelId="{F91EF89E-F701-0B47-93FB-BF486B8BF94D}" type="presOf" srcId="{D1C3BC55-5084-0A40-851F-AB20D2F22A61}" destId="{92F05E97-41FF-FF48-A3B9-6C6F83F6BDD4}" srcOrd="0" destOrd="0" presId="urn:microsoft.com/office/officeart/2005/8/layout/orgChart1"/>
    <dgm:cxn modelId="{7ADC821E-99B9-5E4B-92AC-93D4A1B8ED91}" type="presOf" srcId="{2162A77B-19B6-AC47-8891-816247996BA8}" destId="{4EE17D6D-0025-7B45-AEB1-E0D5B38452A7}" srcOrd="0" destOrd="0" presId="urn:microsoft.com/office/officeart/2005/8/layout/orgChart1"/>
    <dgm:cxn modelId="{92CFB79C-D50A-B943-A4D4-F09475144A78}" type="presOf" srcId="{7BF062F8-757A-A945-A1BB-7E342549F871}" destId="{28587221-A867-6C43-9EEE-7DC1B2D62CDC}" srcOrd="0" destOrd="0" presId="urn:microsoft.com/office/officeart/2005/8/layout/orgChart1"/>
    <dgm:cxn modelId="{A42C2518-CE64-B343-8A00-178D0DA7D21F}" type="presOf" srcId="{93C986B9-B55F-D64D-A191-E145996B0545}" destId="{49368CFD-3F78-F247-840B-17F71E70D983}" srcOrd="0" destOrd="0" presId="urn:microsoft.com/office/officeart/2005/8/layout/orgChart1"/>
    <dgm:cxn modelId="{AF55FB0A-2A2E-804F-A541-F5887DFFC991}" srcId="{3D59212E-0BCF-C849-92C1-6AD81D2575B2}" destId="{2B2D9FB8-B21D-3A4F-B842-A3B39F3A2E45}" srcOrd="1" destOrd="0" parTransId="{EA2B4CF9-050D-1F4C-B8BA-26CFCD0C6B6D}" sibTransId="{AD2C464D-F144-3B4B-BFF9-EFC045D07B9F}"/>
    <dgm:cxn modelId="{3C365CF9-BD33-D34C-B0AF-B4DB4D8EE5FD}" type="presOf" srcId="{DABA08E7-46AA-B443-9A1D-00A8FB8BE2F5}" destId="{7F16E1ED-09A2-154F-9A57-7399D2DA8F44}" srcOrd="0" destOrd="0" presId="urn:microsoft.com/office/officeart/2005/8/layout/orgChart1"/>
    <dgm:cxn modelId="{5E62BB89-B8BF-7943-B1B2-74C830A9AD0D}" type="presOf" srcId="{58997EE1-1244-B944-909D-2D80220979DA}" destId="{B96927AB-DE8C-9C4A-A063-0144B5850063}" srcOrd="1" destOrd="0" presId="urn:microsoft.com/office/officeart/2005/8/layout/orgChart1"/>
    <dgm:cxn modelId="{7F875265-EF8D-9F4E-AE5F-3A7FA3F5D67F}" type="presOf" srcId="{20044E96-55DD-EB40-924A-084D2790ED94}" destId="{480B1A04-A6D9-9441-B1F2-C1C32E565D63}" srcOrd="1" destOrd="0" presId="urn:microsoft.com/office/officeart/2005/8/layout/orgChart1"/>
    <dgm:cxn modelId="{4D202F56-E474-B94B-8266-1EA1B29D1CB8}" type="presOf" srcId="{426295A4-84A9-524C-97F1-561BB08DCDD3}" destId="{D8B32CB3-DC3C-8A4E-AEAA-C3BD5E2643DD}" srcOrd="1" destOrd="0" presId="urn:microsoft.com/office/officeart/2005/8/layout/orgChart1"/>
    <dgm:cxn modelId="{55CDFFBF-1833-A844-9ED2-F5D71BBCF203}" type="presOf" srcId="{A3D1CA67-4F58-2C42-B181-215BA8B92363}" destId="{64D27170-BA5B-7B46-8618-E04E7C1382BF}" srcOrd="1" destOrd="0" presId="urn:microsoft.com/office/officeart/2005/8/layout/orgChart1"/>
    <dgm:cxn modelId="{E1C7DAB8-8ED4-C242-8DC6-48160BD120F1}" type="presOf" srcId="{4A6636AC-42E6-5B49-BDF2-784AD30CBCDE}" destId="{52407768-487E-6F4C-B0C7-A3E78600BBB7}" srcOrd="1" destOrd="0" presId="urn:microsoft.com/office/officeart/2005/8/layout/orgChart1"/>
    <dgm:cxn modelId="{CF172EE8-EA2B-B44F-A1E5-34847C95D751}" srcId="{FE60D16E-E678-F042-A6EB-8794C7858598}" destId="{426295A4-84A9-524C-97F1-561BB08DCDD3}" srcOrd="0" destOrd="0" parTransId="{259B5B7A-FEB8-4A4B-9A32-B4057A7BAE81}" sibTransId="{84DF3114-6C22-104C-B50C-CF25B1FE87F3}"/>
    <dgm:cxn modelId="{ACFBB1E9-9260-E446-B47B-41E18931F731}" type="presOf" srcId="{A3D1CA67-4F58-2C42-B181-215BA8B92363}" destId="{C9B2AFC6-4A6F-B94A-8AEC-A096C0B0D771}" srcOrd="0" destOrd="0" presId="urn:microsoft.com/office/officeart/2005/8/layout/orgChart1"/>
    <dgm:cxn modelId="{E6883BBA-EC26-2640-951D-413530AE9E50}" srcId="{E229B481-CFD9-EF43-BB0E-1E1C25D82B79}" destId="{20044E96-55DD-EB40-924A-084D2790ED94}" srcOrd="2" destOrd="0" parTransId="{B8167AFF-7A1E-0E48-82B3-E69F17C2A24F}" sibTransId="{0266BA2D-7DFB-A04D-B6CF-0A8AA68B0C8C}"/>
    <dgm:cxn modelId="{48A65EA8-382D-7B4A-B5A4-4F8D87282A66}" srcId="{1895C6EB-5873-F94A-8F3F-3340A8C435B8}" destId="{FE60D16E-E678-F042-A6EB-8794C7858598}" srcOrd="0" destOrd="0" parTransId="{901744CD-C04B-3D45-91A9-CE7D702F5BFA}" sibTransId="{1BA81FDB-7F9A-334C-A932-5A709A10DADB}"/>
    <dgm:cxn modelId="{6F2DFBD4-48BD-4A48-A20D-0AE897BACBAC}" type="presOf" srcId="{0BE9AC48-55CC-3243-9F83-31924C7C3B97}" destId="{C19162BD-3884-7940-8A63-78765436EE02}" srcOrd="0" destOrd="0" presId="urn:microsoft.com/office/officeart/2005/8/layout/orgChart1"/>
    <dgm:cxn modelId="{4D675CF5-01A6-0949-97C2-91A2DC798B18}" type="presOf" srcId="{09F577B7-1A3D-0F42-970D-F3D8CD2084DD}" destId="{86265074-D01D-4E48-8F24-D04EBC155E87}" srcOrd="0" destOrd="0" presId="urn:microsoft.com/office/officeart/2005/8/layout/orgChart1"/>
    <dgm:cxn modelId="{5BC33CFF-6EF2-CF48-B43A-DCE4CF0029C4}" srcId="{FE60D16E-E678-F042-A6EB-8794C7858598}" destId="{4A6636AC-42E6-5B49-BDF2-784AD30CBCDE}" srcOrd="3" destOrd="0" parTransId="{44AAED19-3671-0140-9FBD-0A91B88C7C0F}" sibTransId="{2A3DBD05-C418-7F44-A235-A1F0D16D6CD4}"/>
    <dgm:cxn modelId="{7110F404-2D81-BD4E-9142-CC7C0044553D}" srcId="{0F5A506F-6D93-9E47-BBA7-F9071294F798}" destId="{E229B481-CFD9-EF43-BB0E-1E1C25D82B79}" srcOrd="0" destOrd="0" parTransId="{5B7E6BB4-AD11-954C-B914-0D6D836072F3}" sibTransId="{54F39B94-C2EE-9545-8E51-13C0740EC254}"/>
    <dgm:cxn modelId="{E064FF22-0248-A948-82B4-309F1F171F64}" type="presOf" srcId="{80D22601-408A-EB4D-9368-168D843423B4}" destId="{9A280274-4C20-F545-B572-DED5E99FF058}" srcOrd="1" destOrd="0" presId="urn:microsoft.com/office/officeart/2005/8/layout/orgChart1"/>
    <dgm:cxn modelId="{8C1CEA9D-E318-0749-B7E0-4495265E39ED}" type="presOf" srcId="{8EAFB9D5-DA22-6241-86A0-E001ABD547E9}" destId="{05479E68-81AB-2142-8A74-AC0ED06869EE}" srcOrd="0" destOrd="0" presId="urn:microsoft.com/office/officeart/2005/8/layout/orgChart1"/>
    <dgm:cxn modelId="{B8C8839D-2B1B-434D-8BBF-D57CDF7AD23E}" type="presOf" srcId="{CB94B0CB-58F4-0348-9F55-7336BE8DDD19}" destId="{D62C746C-8072-5D4F-A353-944598E9CCFD}" srcOrd="0" destOrd="0" presId="urn:microsoft.com/office/officeart/2005/8/layout/orgChart1"/>
    <dgm:cxn modelId="{904B0FB2-ED6E-694B-9ED3-67937F6E60B4}" type="presOf" srcId="{43020330-E487-1445-91EF-660930A9888F}" destId="{45D0353C-F272-3A46-BC2F-4F93B38EE3BB}" srcOrd="0" destOrd="0" presId="urn:microsoft.com/office/officeart/2005/8/layout/orgChart1"/>
    <dgm:cxn modelId="{9B1E91BC-76B0-5348-AEA3-4DEB056FE25F}" type="presOf" srcId="{2296BE3C-7067-1A4E-A5B6-620A8E524474}" destId="{B3F5C69C-4228-F14B-A24F-68ABE10E6B2F}" srcOrd="1" destOrd="0" presId="urn:microsoft.com/office/officeart/2005/8/layout/orgChart1"/>
    <dgm:cxn modelId="{78A13CB1-24D6-7949-A7FB-8625CA8AF002}" srcId="{8D863C78-A848-064F-9DB9-EDDCDC30F627}" destId="{0BE9AC48-55CC-3243-9F83-31924C7C3B97}" srcOrd="2" destOrd="0" parTransId="{09F577B7-1A3D-0F42-970D-F3D8CD2084DD}" sibTransId="{A88B70B4-46D9-6A41-9C07-5E5CA50B2EBB}"/>
    <dgm:cxn modelId="{7A1CDBD3-35F2-284F-A8E9-782B73C34937}" type="presOf" srcId="{EA97F84D-ADB7-AA4C-AF93-507C075A4F36}" destId="{4774B495-1D17-8444-9396-5A806BDCD6B5}" srcOrd="0" destOrd="0" presId="urn:microsoft.com/office/officeart/2005/8/layout/orgChart1"/>
    <dgm:cxn modelId="{A35ECFDF-9CF1-504C-8741-3F3762382E9A}" type="presOf" srcId="{8D863C78-A848-064F-9DB9-EDDCDC30F627}" destId="{87EF345B-E6A8-874E-BDD5-C3B0FF1EDB37}" srcOrd="0" destOrd="0" presId="urn:microsoft.com/office/officeart/2005/8/layout/orgChart1"/>
    <dgm:cxn modelId="{FAD2163A-9D8C-6A47-8265-00E3219A4797}" type="presOf" srcId="{0F5A506F-6D93-9E47-BBA7-F9071294F798}" destId="{31D77AFE-EA8A-0D4E-B717-5F53C91B12CF}" srcOrd="0" destOrd="0" presId="urn:microsoft.com/office/officeart/2005/8/layout/orgChart1"/>
    <dgm:cxn modelId="{4F07C964-F4BF-8C4D-9CD4-369A5764CD34}" type="presOf" srcId="{EA2B4CF9-050D-1F4C-B8BA-26CFCD0C6B6D}" destId="{A59F00A3-9546-0745-B8EB-7339C8C2B952}" srcOrd="0" destOrd="0" presId="urn:microsoft.com/office/officeart/2005/8/layout/orgChart1"/>
    <dgm:cxn modelId="{50F50955-B25D-4644-9A94-DEA15924530D}" type="presOf" srcId="{29D95269-FC9E-5447-B598-63A66564CF7D}" destId="{52A0485E-5375-4349-93A0-1F70CA13BA93}" srcOrd="0" destOrd="0" presId="urn:microsoft.com/office/officeart/2005/8/layout/orgChart1"/>
    <dgm:cxn modelId="{091D0FC0-FC03-DC4F-96FC-6AEF936BF494}" srcId="{F0473183-EAE8-6C4E-9254-70FF0F2CAE51}" destId="{2296BE3C-7067-1A4E-A5B6-620A8E524474}" srcOrd="2" destOrd="0" parTransId="{228B7211-5C7E-394E-AE4B-6AAAFF55B29B}" sibTransId="{892041DE-2419-7047-8E6E-AFB15DFC24FE}"/>
    <dgm:cxn modelId="{6C7009B6-4C46-2145-9B00-A2C4D49B9C45}" type="presOf" srcId="{EA4EE2FC-6E89-CF4B-93DE-06F29CF47E9E}" destId="{FE870A73-2281-A74E-AED0-2E7191F50F27}" srcOrd="0" destOrd="0" presId="urn:microsoft.com/office/officeart/2005/8/layout/orgChart1"/>
    <dgm:cxn modelId="{1D7DF5BA-ECF4-1649-872C-D613179DAD80}" type="presOf" srcId="{2B2D9FB8-B21D-3A4F-B842-A3B39F3A2E45}" destId="{A046CF93-5EC3-3445-8571-A9C02504A246}" srcOrd="0" destOrd="0" presId="urn:microsoft.com/office/officeart/2005/8/layout/orgChart1"/>
    <dgm:cxn modelId="{E511874D-2C5D-3643-90B0-FE1629B8495E}" type="presOf" srcId="{3D59212E-0BCF-C849-92C1-6AD81D2575B2}" destId="{F9D67AA1-43DA-9D4C-921F-2D2A5B88EFEB}" srcOrd="0" destOrd="0" presId="urn:microsoft.com/office/officeart/2005/8/layout/orgChart1"/>
    <dgm:cxn modelId="{43A3DB05-66E0-F84E-8C13-454DE66B24BE}" type="presOf" srcId="{58997EE1-1244-B944-909D-2D80220979DA}" destId="{72D70901-3DC9-E345-8C8D-FD982BC77083}" srcOrd="0" destOrd="0" presId="urn:microsoft.com/office/officeart/2005/8/layout/orgChart1"/>
    <dgm:cxn modelId="{B5391256-D1D7-F843-9D29-3197798547BE}" type="presOf" srcId="{4A6636AC-42E6-5B49-BDF2-784AD30CBCDE}" destId="{32347F4C-DDEC-B046-B769-4BF3C354091E}" srcOrd="0" destOrd="0" presId="urn:microsoft.com/office/officeart/2005/8/layout/orgChart1"/>
    <dgm:cxn modelId="{D2D7F4D9-5889-9D43-9B17-616DA23CA239}" type="presOf" srcId="{1895C6EB-5873-F94A-8F3F-3340A8C435B8}" destId="{3B3D8AD0-50D4-804D-95C7-7B5F68C0BD78}" srcOrd="1" destOrd="0" presId="urn:microsoft.com/office/officeart/2005/8/layout/orgChart1"/>
    <dgm:cxn modelId="{2DF5927F-9D18-6A44-99A9-6B263224A03C}" srcId="{F0473183-EAE8-6C4E-9254-70FF0F2CAE51}" destId="{8DA4CAA7-A073-C247-ACCB-81C973CBED20}" srcOrd="1" destOrd="0" parTransId="{BC90A974-54FD-A54C-8CDD-C003E6667A64}" sibTransId="{35206B77-C590-8D4B-AD66-0BB926924A17}"/>
    <dgm:cxn modelId="{D2E423DE-BF93-724B-B364-3ED367CD3001}" srcId="{FE60D16E-E678-F042-A6EB-8794C7858598}" destId="{8EAFB9D5-DA22-6241-86A0-E001ABD547E9}" srcOrd="4" destOrd="0" parTransId="{E3E9DF16-2F62-1048-80BD-9EE0F91E15FB}" sibTransId="{3E1AB4E1-9F16-594D-9729-F2A1F78BC27F}"/>
    <dgm:cxn modelId="{C3A4FD30-B071-C249-8BF5-7F259AECC26F}" type="presOf" srcId="{D179D665-8C9B-AE4C-A8D8-968A42B44A9B}" destId="{BD6250D1-431D-7047-9DB1-85FCDD3FDFC3}" srcOrd="1" destOrd="0" presId="urn:microsoft.com/office/officeart/2005/8/layout/orgChart1"/>
    <dgm:cxn modelId="{E2A7D798-3D43-FD4B-AA36-74829A5C16C2}" type="presOf" srcId="{3F6A1330-AC46-364F-A4CB-E615D7FF818A}" destId="{CE6F7CAF-2F7C-554D-96BC-247A145A9AB6}" srcOrd="0" destOrd="0" presId="urn:microsoft.com/office/officeart/2005/8/layout/orgChart1"/>
    <dgm:cxn modelId="{BFF3559D-51A3-A84E-B27F-DFBBD09A30C2}" type="presOf" srcId="{EA221F53-1FFB-994B-AC49-176CA081D984}" destId="{E6216475-B5E3-FA4F-AC07-AF05FC37E6F9}" srcOrd="0" destOrd="0" presId="urn:microsoft.com/office/officeart/2005/8/layout/orgChart1"/>
    <dgm:cxn modelId="{729CB7A3-EE45-B443-A6F3-6226ED9CDE37}" type="presOf" srcId="{8EAFB9D5-DA22-6241-86A0-E001ABD547E9}" destId="{6DC0C045-4716-A040-89ED-8EA67F8443D8}" srcOrd="1" destOrd="0" presId="urn:microsoft.com/office/officeart/2005/8/layout/orgChart1"/>
    <dgm:cxn modelId="{6E141D86-5259-DE46-BE6F-33B3FDBAF1BF}" srcId="{20044E96-55DD-EB40-924A-084D2790ED94}" destId="{1895C6EB-5873-F94A-8F3F-3340A8C435B8}" srcOrd="0" destOrd="0" parTransId="{EA221F53-1FFB-994B-AC49-176CA081D984}" sibTransId="{410B3955-643C-A141-9E51-9FA2DAF6E2D1}"/>
    <dgm:cxn modelId="{8EDC7348-CB09-F947-8B28-D0DBAE2B561A}" type="presOf" srcId="{94E0E8EA-149D-834B-BED3-8B925E805E95}" destId="{4AEDF479-03F8-2C48-BCD2-0D150B5B386A}" srcOrd="1" destOrd="0" presId="urn:microsoft.com/office/officeart/2005/8/layout/orgChart1"/>
    <dgm:cxn modelId="{C693BE09-25C7-CF47-9D60-61E4CBAC1C7C}" type="presOf" srcId="{426295A4-84A9-524C-97F1-561BB08DCDD3}" destId="{A0D71564-8C17-384E-9634-3B8C8B6DE9B6}" srcOrd="0" destOrd="0" presId="urn:microsoft.com/office/officeart/2005/8/layout/orgChart1"/>
    <dgm:cxn modelId="{5CE2B172-B64D-4C48-9706-C73BC648EBF5}" type="presOf" srcId="{259B5B7A-FEB8-4A4B-9A32-B4057A7BAE81}" destId="{2722C783-13B6-5546-9DAB-93E07475FAC0}" srcOrd="0" destOrd="0" presId="urn:microsoft.com/office/officeart/2005/8/layout/orgChart1"/>
    <dgm:cxn modelId="{DA779356-BDED-3B4D-8F27-5D827E0C7265}" type="presOf" srcId="{80D22601-408A-EB4D-9368-168D843423B4}" destId="{5AF7DC17-4D0F-0A40-833E-CA7FEE6CEFA0}" srcOrd="0" destOrd="0" presId="urn:microsoft.com/office/officeart/2005/8/layout/orgChart1"/>
    <dgm:cxn modelId="{23048659-50CA-4F46-A4FD-D46B80805EE9}" type="presOf" srcId="{E3E9DF16-2F62-1048-80BD-9EE0F91E15FB}" destId="{438A208A-9B1D-2749-A4D3-835B2A745EB0}" srcOrd="0" destOrd="0" presId="urn:microsoft.com/office/officeart/2005/8/layout/orgChart1"/>
    <dgm:cxn modelId="{5CA8D274-A453-E74F-B0F4-8F3F9D741317}" type="presOf" srcId="{3F6A1330-AC46-364F-A4CB-E615D7FF818A}" destId="{F28E629E-4415-FD4C-89F4-902AF4A90786}" srcOrd="1" destOrd="0" presId="urn:microsoft.com/office/officeart/2005/8/layout/orgChart1"/>
    <dgm:cxn modelId="{7B598949-56C0-8241-A1AF-00891B820537}" srcId="{913AEC5F-121B-B440-8FBB-641B891AB297}" destId="{7BF062F8-757A-A945-A1BB-7E342549F871}" srcOrd="0" destOrd="0" parTransId="{D1C3BC55-5084-0A40-851F-AB20D2F22A61}" sibTransId="{95A098DD-231D-F442-8EDF-073B75D4A4E9}"/>
    <dgm:cxn modelId="{E5526C8B-2FF3-6746-8216-2031BA457392}" type="presOf" srcId="{1895C6EB-5873-F94A-8F3F-3340A8C435B8}" destId="{08917FD5-E101-FF44-B60D-F64843780E4D}" srcOrd="0" destOrd="0" presId="urn:microsoft.com/office/officeart/2005/8/layout/orgChart1"/>
    <dgm:cxn modelId="{76EF78DD-5254-BF46-8F16-CC1EED29503D}" type="presOf" srcId="{8DA4CAA7-A073-C247-ACCB-81C973CBED20}" destId="{CC7FCB4F-A299-8546-933C-CC3BBBFD96EB}" srcOrd="1" destOrd="0" presId="urn:microsoft.com/office/officeart/2005/8/layout/orgChart1"/>
    <dgm:cxn modelId="{85F0EB86-860B-2B46-8F72-94F4DC518E2B}" type="presOf" srcId="{FE60D16E-E678-F042-A6EB-8794C7858598}" destId="{FCC0038E-D458-174A-B62E-7FB6999C4583}" srcOrd="0" destOrd="0" presId="urn:microsoft.com/office/officeart/2005/8/layout/orgChart1"/>
    <dgm:cxn modelId="{7C24FB1A-F161-B34A-8509-F43A5F0387D9}" type="presOf" srcId="{CB94B0CB-58F4-0348-9F55-7336BE8DDD19}" destId="{879AA766-4C0B-254F-869B-0A3C051FC782}" srcOrd="1" destOrd="0" presId="urn:microsoft.com/office/officeart/2005/8/layout/orgChart1"/>
    <dgm:cxn modelId="{F71AA3A4-6F61-1247-83DC-5F34A634E527}" type="presOf" srcId="{F0473183-EAE8-6C4E-9254-70FF0F2CAE51}" destId="{7A6742FB-AD76-4548-91DF-D0AE83DF15ED}" srcOrd="1" destOrd="0" presId="urn:microsoft.com/office/officeart/2005/8/layout/orgChart1"/>
    <dgm:cxn modelId="{A77AEF30-729D-3942-AF5D-51D177FF45E6}" type="presOf" srcId="{BC90A974-54FD-A54C-8CDD-C003E6667A64}" destId="{D38C0CB9-2508-4D46-801D-0FF4AAD5FE1E}" srcOrd="0" destOrd="0" presId="urn:microsoft.com/office/officeart/2005/8/layout/orgChart1"/>
    <dgm:cxn modelId="{B9808C7E-D265-E943-96B4-31F33844D604}" type="presOf" srcId="{E229B481-CFD9-EF43-BB0E-1E1C25D82B79}" destId="{0DA92EB8-F11B-B24E-8901-3A15DC5DCA8A}" srcOrd="1" destOrd="0" presId="urn:microsoft.com/office/officeart/2005/8/layout/orgChart1"/>
    <dgm:cxn modelId="{55EAB07C-FA94-3D42-B215-3AE40A37AB00}" srcId="{F0473183-EAE8-6C4E-9254-70FF0F2CAE51}" destId="{A3D1CA67-4F58-2C42-B181-215BA8B92363}" srcOrd="0" destOrd="0" parTransId="{BEFD90F2-FD1A-EF4F-8042-3339B1217DFD}" sibTransId="{EC3B0F2C-ACF0-BB45-963A-189CF94F9969}"/>
    <dgm:cxn modelId="{554F3D17-BDBB-1F4C-9A8A-BC33D141478C}" srcId="{3D59212E-0BCF-C849-92C1-6AD81D2575B2}" destId="{CB94B0CB-58F4-0348-9F55-7336BE8DDD19}" srcOrd="3" destOrd="0" parTransId="{2162A77B-19B6-AC47-8891-816247996BA8}" sibTransId="{0F556683-5D3F-9D4B-AA90-79F03A07D67C}"/>
    <dgm:cxn modelId="{905DB8B1-7C05-514E-BBBF-A4C06D68A03A}" type="presOf" srcId="{2B2D9FB8-B21D-3A4F-B842-A3B39F3A2E45}" destId="{C3B39F46-CE61-5343-8FDB-8A3A2397EAE6}" srcOrd="1" destOrd="0" presId="urn:microsoft.com/office/officeart/2005/8/layout/orgChart1"/>
    <dgm:cxn modelId="{CCE8BCD6-6BB9-2D45-9FCE-4FE7F638F556}" srcId="{E229B481-CFD9-EF43-BB0E-1E1C25D82B79}" destId="{F0473183-EAE8-6C4E-9254-70FF0F2CAE51}" srcOrd="0" destOrd="0" parTransId="{9B55F0B8-55C8-DF46-8D76-1DD19CDDF413}" sibTransId="{F3083259-46D9-8349-A17F-FEDFC85C1BC5}"/>
    <dgm:cxn modelId="{A2417CEF-A671-3648-B1F8-A8CC767D5026}" type="presOf" srcId="{94E0E8EA-149D-834B-BED3-8B925E805E95}" destId="{9CFF62B1-0161-7C42-B1EE-F5FFC3207006}" srcOrd="0" destOrd="0" presId="urn:microsoft.com/office/officeart/2005/8/layout/orgChart1"/>
    <dgm:cxn modelId="{B095DB85-8B96-F147-842F-E7D8F28482F5}" type="presOf" srcId="{BE434D5C-2801-3A46-A52E-70511DB823D0}" destId="{C48EEDC5-E2A4-DC43-845C-16C58B0560D7}" srcOrd="0" destOrd="0" presId="urn:microsoft.com/office/officeart/2005/8/layout/orgChart1"/>
    <dgm:cxn modelId="{6F565AF2-DB6C-4C40-A8EB-94220E9920A6}" type="presOf" srcId="{9B55F0B8-55C8-DF46-8D76-1DD19CDDF413}" destId="{CC8FA91A-6125-2A45-9525-DCB14E914C74}" srcOrd="0" destOrd="0" presId="urn:microsoft.com/office/officeart/2005/8/layout/orgChart1"/>
    <dgm:cxn modelId="{B9E50776-B4D8-3448-A688-257D672CC760}" srcId="{E229B481-CFD9-EF43-BB0E-1E1C25D82B79}" destId="{58997EE1-1244-B944-909D-2D80220979DA}" srcOrd="3" destOrd="0" parTransId="{F513F9EE-9620-384D-9414-4B509CDD2011}" sibTransId="{C8331088-258A-7A45-931F-38FE63896D96}"/>
    <dgm:cxn modelId="{009C29F4-6687-1840-861A-3E56E7020884}" type="presOf" srcId="{E229B481-CFD9-EF43-BB0E-1E1C25D82B79}" destId="{16B49C8C-F93A-2B40-A8EB-90FF8686EBC1}" srcOrd="0" destOrd="0" presId="urn:microsoft.com/office/officeart/2005/8/layout/orgChart1"/>
    <dgm:cxn modelId="{BC1EBC5E-7EB2-6B4F-90CA-170ACC6BD3BC}" srcId="{1895C6EB-5873-F94A-8F3F-3340A8C435B8}" destId="{D179D665-8C9B-AE4C-A8D8-968A42B44A9B}" srcOrd="1" destOrd="0" parTransId="{AA791DDB-CF33-A447-90E1-A044E41B20E3}" sibTransId="{2361541D-C41B-8E43-B9A7-4037F42D0328}"/>
    <dgm:cxn modelId="{FF427822-1190-B24D-9567-2F373A697D5A}" srcId="{FE60D16E-E678-F042-A6EB-8794C7858598}" destId="{94E0E8EA-149D-834B-BED3-8B925E805E95}" srcOrd="5" destOrd="0" parTransId="{DC34D4DA-F9D8-054A-A1A0-1FB306854E99}" sibTransId="{AB498FEC-0A77-D64F-AA43-E361460A0CEB}"/>
    <dgm:cxn modelId="{A6835941-800E-1A44-B520-D94A7F3A7E46}" srcId="{8D863C78-A848-064F-9DB9-EDDCDC30F627}" destId="{F900DF2D-A8AF-3643-B286-769440C35DCA}" srcOrd="1" destOrd="0" parTransId="{7D9BC2EB-FD5F-8145-8227-47360A9853D1}" sibTransId="{09D6056B-B3EE-0C44-BDDE-5CF605E6357A}"/>
    <dgm:cxn modelId="{1C1FD8E3-63FF-4148-9CAD-553F21B0D05A}" srcId="{E229B481-CFD9-EF43-BB0E-1E1C25D82B79}" destId="{8D863C78-A848-064F-9DB9-EDDCDC30F627}" srcOrd="4" destOrd="0" parTransId="{DCF0541B-8C8A-414B-A6CF-8C264E713812}" sibTransId="{5FFA3C1D-EFE0-9A4C-8018-0BA9C5CC660A}"/>
    <dgm:cxn modelId="{EFCDE67B-BE17-294D-BE5A-AAEDB9F3B273}" type="presOf" srcId="{228B7211-5C7E-394E-AE4B-6AAAFF55B29B}" destId="{8E3BB4F7-CAD5-E24F-A805-D59ECE252C33}" srcOrd="0" destOrd="0" presId="urn:microsoft.com/office/officeart/2005/8/layout/orgChart1"/>
    <dgm:cxn modelId="{D752AA0A-5E2E-B544-88C4-DB6BBEA3E1B5}" type="presParOf" srcId="{31D77AFE-EA8A-0D4E-B717-5F53C91B12CF}" destId="{3FC05E0B-96EE-9543-BC88-9C79608E73B9}" srcOrd="0" destOrd="0" presId="urn:microsoft.com/office/officeart/2005/8/layout/orgChart1"/>
    <dgm:cxn modelId="{AE331A34-4BCD-734B-832F-48439B6BA4EF}" type="presParOf" srcId="{3FC05E0B-96EE-9543-BC88-9C79608E73B9}" destId="{5F4211F6-049E-0D40-AD36-B00FFF2A354A}" srcOrd="0" destOrd="0" presId="urn:microsoft.com/office/officeart/2005/8/layout/orgChart1"/>
    <dgm:cxn modelId="{0677BA4F-4CD6-9143-B807-E1F72019C460}" type="presParOf" srcId="{5F4211F6-049E-0D40-AD36-B00FFF2A354A}" destId="{16B49C8C-F93A-2B40-A8EB-90FF8686EBC1}" srcOrd="0" destOrd="0" presId="urn:microsoft.com/office/officeart/2005/8/layout/orgChart1"/>
    <dgm:cxn modelId="{23B099C0-4D20-7F49-BF22-A8D9E6C34C3F}" type="presParOf" srcId="{5F4211F6-049E-0D40-AD36-B00FFF2A354A}" destId="{0DA92EB8-F11B-B24E-8901-3A15DC5DCA8A}" srcOrd="1" destOrd="0" presId="urn:microsoft.com/office/officeart/2005/8/layout/orgChart1"/>
    <dgm:cxn modelId="{3606D556-3DA6-7C49-B07C-8CC999941083}" type="presParOf" srcId="{3FC05E0B-96EE-9543-BC88-9C79608E73B9}" destId="{741BAFC4-52F2-F04D-A66B-7243A22DB621}" srcOrd="1" destOrd="0" presId="urn:microsoft.com/office/officeart/2005/8/layout/orgChart1"/>
    <dgm:cxn modelId="{BDD8E92A-758E-5742-8B22-00A29E2FAA5F}" type="presParOf" srcId="{741BAFC4-52F2-F04D-A66B-7243A22DB621}" destId="{7F16E1ED-09A2-154F-9A57-7399D2DA8F44}" srcOrd="0" destOrd="0" presId="urn:microsoft.com/office/officeart/2005/8/layout/orgChart1"/>
    <dgm:cxn modelId="{A688C999-5676-EE42-8B34-568DE61043F8}" type="presParOf" srcId="{741BAFC4-52F2-F04D-A66B-7243A22DB621}" destId="{A7747DA9-DFBF-C840-8F96-D990A053CFE8}" srcOrd="1" destOrd="0" presId="urn:microsoft.com/office/officeart/2005/8/layout/orgChart1"/>
    <dgm:cxn modelId="{BDB65112-3BA3-2147-A691-17E4740B5721}" type="presParOf" srcId="{A7747DA9-DFBF-C840-8F96-D990A053CFE8}" destId="{6A6FE5D3-B6B6-C346-8582-830492C67515}" srcOrd="0" destOrd="0" presId="urn:microsoft.com/office/officeart/2005/8/layout/orgChart1"/>
    <dgm:cxn modelId="{EB595700-9340-6144-8BA7-83853610B80F}" type="presParOf" srcId="{6A6FE5D3-B6B6-C346-8582-830492C67515}" destId="{F9D67AA1-43DA-9D4C-921F-2D2A5B88EFEB}" srcOrd="0" destOrd="0" presId="urn:microsoft.com/office/officeart/2005/8/layout/orgChart1"/>
    <dgm:cxn modelId="{7DC072EA-E1A1-ED43-A1DB-853EEA0B6772}" type="presParOf" srcId="{6A6FE5D3-B6B6-C346-8582-830492C67515}" destId="{D0FEFF67-7AEB-0748-8919-7D087879EDE3}" srcOrd="1" destOrd="0" presId="urn:microsoft.com/office/officeart/2005/8/layout/orgChart1"/>
    <dgm:cxn modelId="{FF6F9507-61A4-2347-8D2C-85366EED6C4A}" type="presParOf" srcId="{A7747DA9-DFBF-C840-8F96-D990A053CFE8}" destId="{D6809E54-84A0-9040-9947-83ED74239011}" srcOrd="1" destOrd="0" presId="urn:microsoft.com/office/officeart/2005/8/layout/orgChart1"/>
    <dgm:cxn modelId="{9473483D-1D3A-F144-9E48-F4F70576BFF7}" type="presParOf" srcId="{D6809E54-84A0-9040-9947-83ED74239011}" destId="{4774B495-1D17-8444-9396-5A806BDCD6B5}" srcOrd="0" destOrd="0" presId="urn:microsoft.com/office/officeart/2005/8/layout/orgChart1"/>
    <dgm:cxn modelId="{2C80A072-33A8-7B47-A964-FE467F712125}" type="presParOf" srcId="{D6809E54-84A0-9040-9947-83ED74239011}" destId="{6A6EFD72-FC6D-2F49-926D-EF6E67D676A4}" srcOrd="1" destOrd="0" presId="urn:microsoft.com/office/officeart/2005/8/layout/orgChart1"/>
    <dgm:cxn modelId="{64D9CD9F-F577-BF43-B45B-81869CD4E37F}" type="presParOf" srcId="{6A6EFD72-FC6D-2F49-926D-EF6E67D676A4}" destId="{AD70BB1F-9FE7-6C42-A7F8-F5AF7B7D90CD}" srcOrd="0" destOrd="0" presId="urn:microsoft.com/office/officeart/2005/8/layout/orgChart1"/>
    <dgm:cxn modelId="{04C862B1-CBB4-1542-AFE9-BC7DD60DC0D0}" type="presParOf" srcId="{AD70BB1F-9FE7-6C42-A7F8-F5AF7B7D90CD}" destId="{FE870A73-2281-A74E-AED0-2E7191F50F27}" srcOrd="0" destOrd="0" presId="urn:microsoft.com/office/officeart/2005/8/layout/orgChart1"/>
    <dgm:cxn modelId="{4453D253-82D5-5F4A-B326-FCE0C3B3B339}" type="presParOf" srcId="{AD70BB1F-9FE7-6C42-A7F8-F5AF7B7D90CD}" destId="{22CAC9CB-7EEA-364D-9153-C2D72E430F24}" srcOrd="1" destOrd="0" presId="urn:microsoft.com/office/officeart/2005/8/layout/orgChart1"/>
    <dgm:cxn modelId="{DE01DE54-1688-904A-BFEF-58C1D3873EAF}" type="presParOf" srcId="{6A6EFD72-FC6D-2F49-926D-EF6E67D676A4}" destId="{45E0EACE-1612-CB4A-B56C-C8BAE140B530}" srcOrd="1" destOrd="0" presId="urn:microsoft.com/office/officeart/2005/8/layout/orgChart1"/>
    <dgm:cxn modelId="{DCA5B762-369C-0146-BF40-7B33D4D993BC}" type="presParOf" srcId="{6A6EFD72-FC6D-2F49-926D-EF6E67D676A4}" destId="{B8846A2B-F1E0-C344-A32B-0AF0C0994450}" srcOrd="2" destOrd="0" presId="urn:microsoft.com/office/officeart/2005/8/layout/orgChart1"/>
    <dgm:cxn modelId="{6F310CA4-1713-B745-97C1-67B0678B3E7C}" type="presParOf" srcId="{D6809E54-84A0-9040-9947-83ED74239011}" destId="{A59F00A3-9546-0745-B8EB-7339C8C2B952}" srcOrd="2" destOrd="0" presId="urn:microsoft.com/office/officeart/2005/8/layout/orgChart1"/>
    <dgm:cxn modelId="{B9F7BD33-B9DF-844B-9FDA-E98B4ED4C8A4}" type="presParOf" srcId="{D6809E54-84A0-9040-9947-83ED74239011}" destId="{FDDEB663-61FE-DF4F-A531-4074311726B1}" srcOrd="3" destOrd="0" presId="urn:microsoft.com/office/officeart/2005/8/layout/orgChart1"/>
    <dgm:cxn modelId="{8A63FB43-9A40-2D43-8BD9-B0AF68288E16}" type="presParOf" srcId="{FDDEB663-61FE-DF4F-A531-4074311726B1}" destId="{1161D22E-2CD0-E643-AF90-E5B39810981B}" srcOrd="0" destOrd="0" presId="urn:microsoft.com/office/officeart/2005/8/layout/orgChart1"/>
    <dgm:cxn modelId="{7C80F3C2-9B86-4143-A390-5F9389AB4963}" type="presParOf" srcId="{1161D22E-2CD0-E643-AF90-E5B39810981B}" destId="{A046CF93-5EC3-3445-8571-A9C02504A246}" srcOrd="0" destOrd="0" presId="urn:microsoft.com/office/officeart/2005/8/layout/orgChart1"/>
    <dgm:cxn modelId="{1A47C062-06FD-AD44-9E2A-B3A49B43BC0F}" type="presParOf" srcId="{1161D22E-2CD0-E643-AF90-E5B39810981B}" destId="{C3B39F46-CE61-5343-8FDB-8A3A2397EAE6}" srcOrd="1" destOrd="0" presId="urn:microsoft.com/office/officeart/2005/8/layout/orgChart1"/>
    <dgm:cxn modelId="{C00D9729-5B7B-7340-9D7D-2F11C107170E}" type="presParOf" srcId="{FDDEB663-61FE-DF4F-A531-4074311726B1}" destId="{338AE98B-9ADC-B44E-B135-21DB4B9CDB96}" srcOrd="1" destOrd="0" presId="urn:microsoft.com/office/officeart/2005/8/layout/orgChart1"/>
    <dgm:cxn modelId="{42204308-1C7E-AE4A-818E-F8D32D19654B}" type="presParOf" srcId="{FDDEB663-61FE-DF4F-A531-4074311726B1}" destId="{DBC59A80-72BE-DA43-9501-EB96D1CCC4C3}" srcOrd="2" destOrd="0" presId="urn:microsoft.com/office/officeart/2005/8/layout/orgChart1"/>
    <dgm:cxn modelId="{5FF7336D-9006-924D-BB25-3566F45168A7}" type="presParOf" srcId="{D6809E54-84A0-9040-9947-83ED74239011}" destId="{119AC3B6-2B85-A641-B3B1-05C9BE1CFF49}" srcOrd="4" destOrd="0" presId="urn:microsoft.com/office/officeart/2005/8/layout/orgChart1"/>
    <dgm:cxn modelId="{EBB656A6-A7DF-B047-94A2-B9CF0CBD1499}" type="presParOf" srcId="{D6809E54-84A0-9040-9947-83ED74239011}" destId="{090DA189-CD4A-2E46-867A-9E5FD5A5F3DE}" srcOrd="5" destOrd="0" presId="urn:microsoft.com/office/officeart/2005/8/layout/orgChart1"/>
    <dgm:cxn modelId="{C99BB607-B767-CF4C-88C0-7782EB227381}" type="presParOf" srcId="{090DA189-CD4A-2E46-867A-9E5FD5A5F3DE}" destId="{A8D49A68-E96E-2B4E-8113-309FF542589D}" srcOrd="0" destOrd="0" presId="urn:microsoft.com/office/officeart/2005/8/layout/orgChart1"/>
    <dgm:cxn modelId="{16760ACB-71BB-6D44-B39D-0EB42FB3AFB9}" type="presParOf" srcId="{A8D49A68-E96E-2B4E-8113-309FF542589D}" destId="{725B38DF-2C98-4A4D-BB3C-34637246E87C}" srcOrd="0" destOrd="0" presId="urn:microsoft.com/office/officeart/2005/8/layout/orgChart1"/>
    <dgm:cxn modelId="{1A4D84A4-B7F0-2A44-9030-79ADCC0194C7}" type="presParOf" srcId="{A8D49A68-E96E-2B4E-8113-309FF542589D}" destId="{C4662BCF-5A7C-9043-9BE3-AB83B76A4944}" srcOrd="1" destOrd="0" presId="urn:microsoft.com/office/officeart/2005/8/layout/orgChart1"/>
    <dgm:cxn modelId="{D5161BE7-E6B0-164B-BC50-6FA28F5D6908}" type="presParOf" srcId="{090DA189-CD4A-2E46-867A-9E5FD5A5F3DE}" destId="{EDC9B8DD-FD51-B74B-918F-A651EF19A099}" srcOrd="1" destOrd="0" presId="urn:microsoft.com/office/officeart/2005/8/layout/orgChart1"/>
    <dgm:cxn modelId="{8A3209A9-EB9B-4F46-AFB1-57A006CA7A7C}" type="presParOf" srcId="{090DA189-CD4A-2E46-867A-9E5FD5A5F3DE}" destId="{58DC1DDC-8B90-6846-A0DC-9BEF2C8F93F1}" srcOrd="2" destOrd="0" presId="urn:microsoft.com/office/officeart/2005/8/layout/orgChart1"/>
    <dgm:cxn modelId="{BC053892-3BEA-C446-9F3C-625583AC620E}" type="presParOf" srcId="{D6809E54-84A0-9040-9947-83ED74239011}" destId="{4EE17D6D-0025-7B45-AEB1-E0D5B38452A7}" srcOrd="6" destOrd="0" presId="urn:microsoft.com/office/officeart/2005/8/layout/orgChart1"/>
    <dgm:cxn modelId="{C75D9C3F-DC0B-4244-996A-204560504716}" type="presParOf" srcId="{D6809E54-84A0-9040-9947-83ED74239011}" destId="{FC97BD4D-1FA2-C749-8F1D-CB6C959B27F3}" srcOrd="7" destOrd="0" presId="urn:microsoft.com/office/officeart/2005/8/layout/orgChart1"/>
    <dgm:cxn modelId="{2E8CC05E-5725-F947-BFF0-B93AE63EBF20}" type="presParOf" srcId="{FC97BD4D-1FA2-C749-8F1D-CB6C959B27F3}" destId="{690613E6-010D-F34B-97AE-5CCA12FAE110}" srcOrd="0" destOrd="0" presId="urn:microsoft.com/office/officeart/2005/8/layout/orgChart1"/>
    <dgm:cxn modelId="{A8A31C15-6720-7F48-8AEB-72015DD418D3}" type="presParOf" srcId="{690613E6-010D-F34B-97AE-5CCA12FAE110}" destId="{D62C746C-8072-5D4F-A353-944598E9CCFD}" srcOrd="0" destOrd="0" presId="urn:microsoft.com/office/officeart/2005/8/layout/orgChart1"/>
    <dgm:cxn modelId="{8D5580E0-94ED-3D44-B2A8-24ED4EF56A87}" type="presParOf" srcId="{690613E6-010D-F34B-97AE-5CCA12FAE110}" destId="{879AA766-4C0B-254F-869B-0A3C051FC782}" srcOrd="1" destOrd="0" presId="urn:microsoft.com/office/officeart/2005/8/layout/orgChart1"/>
    <dgm:cxn modelId="{5A21E6D4-D0F1-A04A-9D89-D0E7BC18B59A}" type="presParOf" srcId="{FC97BD4D-1FA2-C749-8F1D-CB6C959B27F3}" destId="{571B580D-AA7E-2648-A8A1-68FE8DD160C6}" srcOrd="1" destOrd="0" presId="urn:microsoft.com/office/officeart/2005/8/layout/orgChart1"/>
    <dgm:cxn modelId="{AF0CFBE8-2938-D147-B09C-D065E402F996}" type="presParOf" srcId="{FC97BD4D-1FA2-C749-8F1D-CB6C959B27F3}" destId="{30CBDA10-A4A2-4543-9A19-EC412DF61D2E}" srcOrd="2" destOrd="0" presId="urn:microsoft.com/office/officeart/2005/8/layout/orgChart1"/>
    <dgm:cxn modelId="{C70C9B1E-FF17-E645-831C-D5EB3357402D}" type="presParOf" srcId="{A7747DA9-DFBF-C840-8F96-D990A053CFE8}" destId="{9B2C0E35-9FF6-A146-9E55-B15D734B7087}" srcOrd="2" destOrd="0" presId="urn:microsoft.com/office/officeart/2005/8/layout/orgChart1"/>
    <dgm:cxn modelId="{1DBB5E0E-9EFF-CE4A-848B-E59C8BEEB37F}" type="presParOf" srcId="{741BAFC4-52F2-F04D-A66B-7243A22DB621}" destId="{A1552B21-F296-7143-95F8-1962BFE992AD}" srcOrd="2" destOrd="0" presId="urn:microsoft.com/office/officeart/2005/8/layout/orgChart1"/>
    <dgm:cxn modelId="{AD26F443-95AB-CA4E-B379-669CFED82A46}" type="presParOf" srcId="{741BAFC4-52F2-F04D-A66B-7243A22DB621}" destId="{00C10F1B-D8A3-FA49-8DD6-BA7BCC413698}" srcOrd="3" destOrd="0" presId="urn:microsoft.com/office/officeart/2005/8/layout/orgChart1"/>
    <dgm:cxn modelId="{E40E0440-D5AD-474C-903E-B848BC17CBA2}" type="presParOf" srcId="{00C10F1B-D8A3-FA49-8DD6-BA7BCC413698}" destId="{4ACAC4DB-6D65-2540-B19F-F60F6B80FC06}" srcOrd="0" destOrd="0" presId="urn:microsoft.com/office/officeart/2005/8/layout/orgChart1"/>
    <dgm:cxn modelId="{1F76A497-FC42-6E47-909C-B52E7ECD2270}" type="presParOf" srcId="{4ACAC4DB-6D65-2540-B19F-F60F6B80FC06}" destId="{F6741FCA-B64B-0449-AE12-C66963FD2478}" srcOrd="0" destOrd="0" presId="urn:microsoft.com/office/officeart/2005/8/layout/orgChart1"/>
    <dgm:cxn modelId="{1F6A5C53-D397-2940-A643-C9057B198891}" type="presParOf" srcId="{4ACAC4DB-6D65-2540-B19F-F60F6B80FC06}" destId="{480B1A04-A6D9-9441-B1F2-C1C32E565D63}" srcOrd="1" destOrd="0" presId="urn:microsoft.com/office/officeart/2005/8/layout/orgChart1"/>
    <dgm:cxn modelId="{A1AA2F30-1A66-1149-A062-5BB058077338}" type="presParOf" srcId="{00C10F1B-D8A3-FA49-8DD6-BA7BCC413698}" destId="{4978D5A7-BA83-AB43-8633-49325ADA546D}" srcOrd="1" destOrd="0" presId="urn:microsoft.com/office/officeart/2005/8/layout/orgChart1"/>
    <dgm:cxn modelId="{AD1245EB-F554-5A44-8F99-4FA3BD4D6CAD}" type="presParOf" srcId="{4978D5A7-BA83-AB43-8633-49325ADA546D}" destId="{E6216475-B5E3-FA4F-AC07-AF05FC37E6F9}" srcOrd="0" destOrd="0" presId="urn:microsoft.com/office/officeart/2005/8/layout/orgChart1"/>
    <dgm:cxn modelId="{F52DEA95-5EC8-4644-8263-69E3ADF21060}" type="presParOf" srcId="{4978D5A7-BA83-AB43-8633-49325ADA546D}" destId="{71009597-4A56-B844-908F-4FA1D98B72E6}" srcOrd="1" destOrd="0" presId="urn:microsoft.com/office/officeart/2005/8/layout/orgChart1"/>
    <dgm:cxn modelId="{98D11297-C058-384C-A68B-36B7753EC358}" type="presParOf" srcId="{71009597-4A56-B844-908F-4FA1D98B72E6}" destId="{07B2099C-F9D5-9A4C-87D8-94DC4C62C940}" srcOrd="0" destOrd="0" presId="urn:microsoft.com/office/officeart/2005/8/layout/orgChart1"/>
    <dgm:cxn modelId="{39E7E722-F39A-FD4F-962E-3DA7ECEA71E6}" type="presParOf" srcId="{07B2099C-F9D5-9A4C-87D8-94DC4C62C940}" destId="{08917FD5-E101-FF44-B60D-F64843780E4D}" srcOrd="0" destOrd="0" presId="urn:microsoft.com/office/officeart/2005/8/layout/orgChart1"/>
    <dgm:cxn modelId="{75453A38-F53A-8647-A6CE-0F0DE60DBE80}" type="presParOf" srcId="{07B2099C-F9D5-9A4C-87D8-94DC4C62C940}" destId="{3B3D8AD0-50D4-804D-95C7-7B5F68C0BD78}" srcOrd="1" destOrd="0" presId="urn:microsoft.com/office/officeart/2005/8/layout/orgChart1"/>
    <dgm:cxn modelId="{5F7D6973-D016-694D-BA43-41F24B0EF31A}" type="presParOf" srcId="{71009597-4A56-B844-908F-4FA1D98B72E6}" destId="{5166BA50-5AF3-714C-96DF-C27820A81075}" srcOrd="1" destOrd="0" presId="urn:microsoft.com/office/officeart/2005/8/layout/orgChart1"/>
    <dgm:cxn modelId="{EE0AA7A7-039D-0D47-808F-9578EDBCCBDF}" type="presParOf" srcId="{5166BA50-5AF3-714C-96DF-C27820A81075}" destId="{4E12245F-9696-3C4B-9DC8-D74BD7D65113}" srcOrd="0" destOrd="0" presId="urn:microsoft.com/office/officeart/2005/8/layout/orgChart1"/>
    <dgm:cxn modelId="{1DF8A111-44DC-B445-B2F9-F5278B0B94CB}" type="presParOf" srcId="{5166BA50-5AF3-714C-96DF-C27820A81075}" destId="{7785A305-1200-6944-809D-8E5F03AD1058}" srcOrd="1" destOrd="0" presId="urn:microsoft.com/office/officeart/2005/8/layout/orgChart1"/>
    <dgm:cxn modelId="{945BAB09-B6B5-D141-9C15-3268ED02112D}" type="presParOf" srcId="{7785A305-1200-6944-809D-8E5F03AD1058}" destId="{F05F3AE6-0773-A845-BB1E-6ACCB586E65F}" srcOrd="0" destOrd="0" presId="urn:microsoft.com/office/officeart/2005/8/layout/orgChart1"/>
    <dgm:cxn modelId="{7034642F-D437-F143-BF73-732825C7084B}" type="presParOf" srcId="{F05F3AE6-0773-A845-BB1E-6ACCB586E65F}" destId="{FCC0038E-D458-174A-B62E-7FB6999C4583}" srcOrd="0" destOrd="0" presId="urn:microsoft.com/office/officeart/2005/8/layout/orgChart1"/>
    <dgm:cxn modelId="{5F4FFE60-A812-1845-8151-4D34C823EB1C}" type="presParOf" srcId="{F05F3AE6-0773-A845-BB1E-6ACCB586E65F}" destId="{60F6C88B-AB2C-0B43-A38F-DA5971B99F09}" srcOrd="1" destOrd="0" presId="urn:microsoft.com/office/officeart/2005/8/layout/orgChart1"/>
    <dgm:cxn modelId="{07D7AEDD-C263-714A-9E20-22340E35750D}" type="presParOf" srcId="{7785A305-1200-6944-809D-8E5F03AD1058}" destId="{011810C5-19F0-8A49-B2DF-0842125A95F5}" srcOrd="1" destOrd="0" presId="urn:microsoft.com/office/officeart/2005/8/layout/orgChart1"/>
    <dgm:cxn modelId="{C0C3FAE6-EE56-D040-908F-67DC71277601}" type="presParOf" srcId="{011810C5-19F0-8A49-B2DF-0842125A95F5}" destId="{2722C783-13B6-5546-9DAB-93E07475FAC0}" srcOrd="0" destOrd="0" presId="urn:microsoft.com/office/officeart/2005/8/layout/orgChart1"/>
    <dgm:cxn modelId="{8529E4F0-D7B2-3B46-9024-317E9889B72A}" type="presParOf" srcId="{011810C5-19F0-8A49-B2DF-0842125A95F5}" destId="{4152C57B-BD01-CE43-AAE4-A824DF79B035}" srcOrd="1" destOrd="0" presId="urn:microsoft.com/office/officeart/2005/8/layout/orgChart1"/>
    <dgm:cxn modelId="{32D23634-457D-B440-ACB6-8F65FE4F73A6}" type="presParOf" srcId="{4152C57B-BD01-CE43-AAE4-A824DF79B035}" destId="{9B88D669-2935-B04D-90C5-1655636D6F22}" srcOrd="0" destOrd="0" presId="urn:microsoft.com/office/officeart/2005/8/layout/orgChart1"/>
    <dgm:cxn modelId="{F57C3733-4399-5E42-9443-0FA369709714}" type="presParOf" srcId="{9B88D669-2935-B04D-90C5-1655636D6F22}" destId="{A0D71564-8C17-384E-9634-3B8C8B6DE9B6}" srcOrd="0" destOrd="0" presId="urn:microsoft.com/office/officeart/2005/8/layout/orgChart1"/>
    <dgm:cxn modelId="{0E71AA56-C391-7B47-99FD-BBCABCDE7E87}" type="presParOf" srcId="{9B88D669-2935-B04D-90C5-1655636D6F22}" destId="{D8B32CB3-DC3C-8A4E-AEAA-C3BD5E2643DD}" srcOrd="1" destOrd="0" presId="urn:microsoft.com/office/officeart/2005/8/layout/orgChart1"/>
    <dgm:cxn modelId="{19CD633F-147A-B54F-9D4E-21340483D964}" type="presParOf" srcId="{4152C57B-BD01-CE43-AAE4-A824DF79B035}" destId="{63B8996C-F6B9-A641-A8E7-3999A22AFD6F}" srcOrd="1" destOrd="0" presId="urn:microsoft.com/office/officeart/2005/8/layout/orgChart1"/>
    <dgm:cxn modelId="{406B7BE1-FF70-7B49-8170-C52CC4609468}" type="presParOf" srcId="{4152C57B-BD01-CE43-AAE4-A824DF79B035}" destId="{61CEA62B-F526-C845-A0B3-E249899F9043}" srcOrd="2" destOrd="0" presId="urn:microsoft.com/office/officeart/2005/8/layout/orgChart1"/>
    <dgm:cxn modelId="{767B44C5-2E4E-9841-861F-EF556D788AF9}" type="presParOf" srcId="{011810C5-19F0-8A49-B2DF-0842125A95F5}" destId="{C48EEDC5-E2A4-DC43-845C-16C58B0560D7}" srcOrd="2" destOrd="0" presId="urn:microsoft.com/office/officeart/2005/8/layout/orgChart1"/>
    <dgm:cxn modelId="{14BC48A4-39A8-0F48-94B2-F8A68B97DE1D}" type="presParOf" srcId="{011810C5-19F0-8A49-B2DF-0842125A95F5}" destId="{4A45AE58-21F8-0D45-9602-1F025069FD96}" srcOrd="3" destOrd="0" presId="urn:microsoft.com/office/officeart/2005/8/layout/orgChart1"/>
    <dgm:cxn modelId="{B4E8D3BE-8188-E744-BC5A-039CA17EF891}" type="presParOf" srcId="{4A45AE58-21F8-0D45-9602-1F025069FD96}" destId="{BE883292-9137-A24E-9465-EF90C1453486}" srcOrd="0" destOrd="0" presId="urn:microsoft.com/office/officeart/2005/8/layout/orgChart1"/>
    <dgm:cxn modelId="{A86E5908-CA86-1749-A781-F0D4C846637F}" type="presParOf" srcId="{BE883292-9137-A24E-9465-EF90C1453486}" destId="{CE6F7CAF-2F7C-554D-96BC-247A145A9AB6}" srcOrd="0" destOrd="0" presId="urn:microsoft.com/office/officeart/2005/8/layout/orgChart1"/>
    <dgm:cxn modelId="{EFAE8F34-17A8-3A45-84EA-C2901015FADD}" type="presParOf" srcId="{BE883292-9137-A24E-9465-EF90C1453486}" destId="{F28E629E-4415-FD4C-89F4-902AF4A90786}" srcOrd="1" destOrd="0" presId="urn:microsoft.com/office/officeart/2005/8/layout/orgChart1"/>
    <dgm:cxn modelId="{9011C8F9-F305-3E4E-AFDF-01DBD537489B}" type="presParOf" srcId="{4A45AE58-21F8-0D45-9602-1F025069FD96}" destId="{5206928B-E812-564F-BD1E-C4098903B528}" srcOrd="1" destOrd="0" presId="urn:microsoft.com/office/officeart/2005/8/layout/orgChart1"/>
    <dgm:cxn modelId="{093C43EC-F715-864E-8E6D-37E9B8CDC8C4}" type="presParOf" srcId="{4A45AE58-21F8-0D45-9602-1F025069FD96}" destId="{87C0B564-E7EB-9749-AC5C-49C79D46A018}" srcOrd="2" destOrd="0" presId="urn:microsoft.com/office/officeart/2005/8/layout/orgChart1"/>
    <dgm:cxn modelId="{3697CBFF-8DD6-0646-BA59-CD3884C9A68C}" type="presParOf" srcId="{011810C5-19F0-8A49-B2DF-0842125A95F5}" destId="{980E27C2-67C3-E847-910E-5BBC1BC9BD95}" srcOrd="4" destOrd="0" presId="urn:microsoft.com/office/officeart/2005/8/layout/orgChart1"/>
    <dgm:cxn modelId="{4505CDC7-88DF-094A-9BF3-0EA63A278FCE}" type="presParOf" srcId="{011810C5-19F0-8A49-B2DF-0842125A95F5}" destId="{E536054B-C3C4-8E47-802F-93B111014FB5}" srcOrd="5" destOrd="0" presId="urn:microsoft.com/office/officeart/2005/8/layout/orgChart1"/>
    <dgm:cxn modelId="{A315351A-EDBC-D840-A55E-E0A9022DFE4D}" type="presParOf" srcId="{E536054B-C3C4-8E47-802F-93B111014FB5}" destId="{D9FA81B6-2150-6C4B-9E05-103476CD58A8}" srcOrd="0" destOrd="0" presId="urn:microsoft.com/office/officeart/2005/8/layout/orgChart1"/>
    <dgm:cxn modelId="{97914B10-D785-B64F-A4A9-7D0C2A5DFE3C}" type="presParOf" srcId="{D9FA81B6-2150-6C4B-9E05-103476CD58A8}" destId="{52A0485E-5375-4349-93A0-1F70CA13BA93}" srcOrd="0" destOrd="0" presId="urn:microsoft.com/office/officeart/2005/8/layout/orgChart1"/>
    <dgm:cxn modelId="{650AC707-8451-5546-961E-605374A74491}" type="presParOf" srcId="{D9FA81B6-2150-6C4B-9E05-103476CD58A8}" destId="{38EED2A0-09C8-6547-8445-42CDB1553334}" srcOrd="1" destOrd="0" presId="urn:microsoft.com/office/officeart/2005/8/layout/orgChart1"/>
    <dgm:cxn modelId="{DD7CD426-E42D-8147-9A6A-8262D24DAA71}" type="presParOf" srcId="{E536054B-C3C4-8E47-802F-93B111014FB5}" destId="{24FBD11C-C5E8-5647-AD41-6BFFDADE7EB9}" srcOrd="1" destOrd="0" presId="urn:microsoft.com/office/officeart/2005/8/layout/orgChart1"/>
    <dgm:cxn modelId="{181C7860-8735-AF47-849A-A8FB0C8AF6C4}" type="presParOf" srcId="{E536054B-C3C4-8E47-802F-93B111014FB5}" destId="{6D8636D7-6B5B-8248-8A3F-207360C3D30A}" srcOrd="2" destOrd="0" presId="urn:microsoft.com/office/officeart/2005/8/layout/orgChart1"/>
    <dgm:cxn modelId="{FCB2B8E7-D123-2A40-9879-6371BAA222F3}" type="presParOf" srcId="{011810C5-19F0-8A49-B2DF-0842125A95F5}" destId="{9BE6943D-9051-194D-8937-4F9893D34C2B}" srcOrd="6" destOrd="0" presId="urn:microsoft.com/office/officeart/2005/8/layout/orgChart1"/>
    <dgm:cxn modelId="{791E5ADA-B1F0-E24E-B3A3-D18AD5F8926B}" type="presParOf" srcId="{011810C5-19F0-8A49-B2DF-0842125A95F5}" destId="{B080954A-90BA-CD48-BB8A-FA8588C15F08}" srcOrd="7" destOrd="0" presId="urn:microsoft.com/office/officeart/2005/8/layout/orgChart1"/>
    <dgm:cxn modelId="{7CD0CDB6-10B6-734F-82FB-7CB45B900DA4}" type="presParOf" srcId="{B080954A-90BA-CD48-BB8A-FA8588C15F08}" destId="{9767AEEB-F08A-7D4F-86C2-7C5A995E48AB}" srcOrd="0" destOrd="0" presId="urn:microsoft.com/office/officeart/2005/8/layout/orgChart1"/>
    <dgm:cxn modelId="{4321DFBE-F42B-9B43-90D6-7D5C862D0A5E}" type="presParOf" srcId="{9767AEEB-F08A-7D4F-86C2-7C5A995E48AB}" destId="{32347F4C-DDEC-B046-B769-4BF3C354091E}" srcOrd="0" destOrd="0" presId="urn:microsoft.com/office/officeart/2005/8/layout/orgChart1"/>
    <dgm:cxn modelId="{E5578E88-7237-684D-AC9E-35820FC6595C}" type="presParOf" srcId="{9767AEEB-F08A-7D4F-86C2-7C5A995E48AB}" destId="{52407768-487E-6F4C-B0C7-A3E78600BBB7}" srcOrd="1" destOrd="0" presId="urn:microsoft.com/office/officeart/2005/8/layout/orgChart1"/>
    <dgm:cxn modelId="{94266134-4A52-434B-AC1C-37BC61D5D91C}" type="presParOf" srcId="{B080954A-90BA-CD48-BB8A-FA8588C15F08}" destId="{438AD6BD-2586-E444-BFE4-8CFC96E86A9B}" srcOrd="1" destOrd="0" presId="urn:microsoft.com/office/officeart/2005/8/layout/orgChart1"/>
    <dgm:cxn modelId="{B26ECDEB-451F-6240-8A89-7C882DA78FF5}" type="presParOf" srcId="{B080954A-90BA-CD48-BB8A-FA8588C15F08}" destId="{EA10AB3B-E40B-4544-9E01-67CB1F05A433}" srcOrd="2" destOrd="0" presId="urn:microsoft.com/office/officeart/2005/8/layout/orgChart1"/>
    <dgm:cxn modelId="{9BE65EF6-6347-B447-B11A-4A850B439AB8}" type="presParOf" srcId="{011810C5-19F0-8A49-B2DF-0842125A95F5}" destId="{438A208A-9B1D-2749-A4D3-835B2A745EB0}" srcOrd="8" destOrd="0" presId="urn:microsoft.com/office/officeart/2005/8/layout/orgChart1"/>
    <dgm:cxn modelId="{62310A48-7B9E-D142-B636-10D40B44807A}" type="presParOf" srcId="{011810C5-19F0-8A49-B2DF-0842125A95F5}" destId="{597D87D7-C84F-5741-998F-15C70E480619}" srcOrd="9" destOrd="0" presId="urn:microsoft.com/office/officeart/2005/8/layout/orgChart1"/>
    <dgm:cxn modelId="{043CC760-F1B0-A740-803C-9E6591DE21F5}" type="presParOf" srcId="{597D87D7-C84F-5741-998F-15C70E480619}" destId="{410A7868-971F-9846-9D4C-700227B64BB2}" srcOrd="0" destOrd="0" presId="urn:microsoft.com/office/officeart/2005/8/layout/orgChart1"/>
    <dgm:cxn modelId="{2023D2C8-C40F-B748-B18D-4DFF7FC647BC}" type="presParOf" srcId="{410A7868-971F-9846-9D4C-700227B64BB2}" destId="{05479E68-81AB-2142-8A74-AC0ED06869EE}" srcOrd="0" destOrd="0" presId="urn:microsoft.com/office/officeart/2005/8/layout/orgChart1"/>
    <dgm:cxn modelId="{E31A8CFF-2892-5B4C-8F6A-18BE587F7365}" type="presParOf" srcId="{410A7868-971F-9846-9D4C-700227B64BB2}" destId="{6DC0C045-4716-A040-89ED-8EA67F8443D8}" srcOrd="1" destOrd="0" presId="urn:microsoft.com/office/officeart/2005/8/layout/orgChart1"/>
    <dgm:cxn modelId="{48DE3E49-69FF-2D40-BA4C-417947ADD321}" type="presParOf" srcId="{597D87D7-C84F-5741-998F-15C70E480619}" destId="{59E5BFEF-66EE-7044-9FA3-3FFA32E6A5F7}" srcOrd="1" destOrd="0" presId="urn:microsoft.com/office/officeart/2005/8/layout/orgChart1"/>
    <dgm:cxn modelId="{2A11E59D-DE21-9844-BE2C-8B0D1094A163}" type="presParOf" srcId="{597D87D7-C84F-5741-998F-15C70E480619}" destId="{70E93886-7E8E-1647-8947-18E0289D459F}" srcOrd="2" destOrd="0" presId="urn:microsoft.com/office/officeart/2005/8/layout/orgChart1"/>
    <dgm:cxn modelId="{9F3F748B-A8A0-3647-962A-82F9DD128736}" type="presParOf" srcId="{011810C5-19F0-8A49-B2DF-0842125A95F5}" destId="{18639959-E4AA-004A-823E-0A072F99415C}" srcOrd="10" destOrd="0" presId="urn:microsoft.com/office/officeart/2005/8/layout/orgChart1"/>
    <dgm:cxn modelId="{34E831C7-B0FD-DB46-A282-79346828A3B5}" type="presParOf" srcId="{011810C5-19F0-8A49-B2DF-0842125A95F5}" destId="{A9E37649-DC59-A648-940D-FB52CCD425DF}" srcOrd="11" destOrd="0" presId="urn:microsoft.com/office/officeart/2005/8/layout/orgChart1"/>
    <dgm:cxn modelId="{56CC2908-423F-7046-808B-2CCD98EBF0F2}" type="presParOf" srcId="{A9E37649-DC59-A648-940D-FB52CCD425DF}" destId="{F139DC26-22B1-1344-AA91-9655485CB6CC}" srcOrd="0" destOrd="0" presId="urn:microsoft.com/office/officeart/2005/8/layout/orgChart1"/>
    <dgm:cxn modelId="{6DB1E575-1B67-4E4F-8DF9-BBEB4ED3FD72}" type="presParOf" srcId="{F139DC26-22B1-1344-AA91-9655485CB6CC}" destId="{9CFF62B1-0161-7C42-B1EE-F5FFC3207006}" srcOrd="0" destOrd="0" presId="urn:microsoft.com/office/officeart/2005/8/layout/orgChart1"/>
    <dgm:cxn modelId="{92A49934-7780-5C42-BDDD-1797FA9B6096}" type="presParOf" srcId="{F139DC26-22B1-1344-AA91-9655485CB6CC}" destId="{4AEDF479-03F8-2C48-BCD2-0D150B5B386A}" srcOrd="1" destOrd="0" presId="urn:microsoft.com/office/officeart/2005/8/layout/orgChart1"/>
    <dgm:cxn modelId="{DBE28CBA-9E76-4A48-8680-BA8F6D33593A}" type="presParOf" srcId="{A9E37649-DC59-A648-940D-FB52CCD425DF}" destId="{FC279C88-5C99-D649-B219-196CF43048BE}" srcOrd="1" destOrd="0" presId="urn:microsoft.com/office/officeart/2005/8/layout/orgChart1"/>
    <dgm:cxn modelId="{DDA63E1C-2BA9-3C49-B72C-9D5BCAE19156}" type="presParOf" srcId="{A9E37649-DC59-A648-940D-FB52CCD425DF}" destId="{08536092-C260-6A44-8188-42DC242659A0}" srcOrd="2" destOrd="0" presId="urn:microsoft.com/office/officeart/2005/8/layout/orgChart1"/>
    <dgm:cxn modelId="{1302A44F-A848-094E-87FD-A23060F23AF5}" type="presParOf" srcId="{7785A305-1200-6944-809D-8E5F03AD1058}" destId="{3508A3A1-A36E-634A-89CC-22CA2F14E951}" srcOrd="2" destOrd="0" presId="urn:microsoft.com/office/officeart/2005/8/layout/orgChart1"/>
    <dgm:cxn modelId="{FC6DEE7A-DB40-7C4A-B078-4F5187EC5D5F}" type="presParOf" srcId="{5166BA50-5AF3-714C-96DF-C27820A81075}" destId="{9E561440-A039-2C4B-B407-DEFF36549732}" srcOrd="2" destOrd="0" presId="urn:microsoft.com/office/officeart/2005/8/layout/orgChart1"/>
    <dgm:cxn modelId="{7408D0A6-DDA3-A945-864F-45033BD7C664}" type="presParOf" srcId="{5166BA50-5AF3-714C-96DF-C27820A81075}" destId="{8EBDCD05-784A-D14F-BF13-DB888E82EAF0}" srcOrd="3" destOrd="0" presId="urn:microsoft.com/office/officeart/2005/8/layout/orgChart1"/>
    <dgm:cxn modelId="{22DF6ED9-410B-494B-A2C2-62934C6DF3C8}" type="presParOf" srcId="{8EBDCD05-784A-D14F-BF13-DB888E82EAF0}" destId="{6FE807DC-B08C-124E-9288-C343BA16F1CA}" srcOrd="0" destOrd="0" presId="urn:microsoft.com/office/officeart/2005/8/layout/orgChart1"/>
    <dgm:cxn modelId="{4BC0E330-B901-A04F-9A14-EA8B8E70D44D}" type="presParOf" srcId="{6FE807DC-B08C-124E-9288-C343BA16F1CA}" destId="{1E82EAA8-43DC-5046-8420-87BD6585F7BE}" srcOrd="0" destOrd="0" presId="urn:microsoft.com/office/officeart/2005/8/layout/orgChart1"/>
    <dgm:cxn modelId="{BB21B5DE-4BBC-3643-9C30-39675E20B64B}" type="presParOf" srcId="{6FE807DC-B08C-124E-9288-C343BA16F1CA}" destId="{BD6250D1-431D-7047-9DB1-85FCDD3FDFC3}" srcOrd="1" destOrd="0" presId="urn:microsoft.com/office/officeart/2005/8/layout/orgChart1"/>
    <dgm:cxn modelId="{93DF20D8-EF7F-A64E-A236-AA96C28EB163}" type="presParOf" srcId="{8EBDCD05-784A-D14F-BF13-DB888E82EAF0}" destId="{CE704C97-7B6F-A14D-B4F2-1AC870815816}" srcOrd="1" destOrd="0" presId="urn:microsoft.com/office/officeart/2005/8/layout/orgChart1"/>
    <dgm:cxn modelId="{1B7D1EDB-89F3-F54A-8A0D-D405945547D1}" type="presParOf" srcId="{8EBDCD05-784A-D14F-BF13-DB888E82EAF0}" destId="{DB887BAC-308D-B24F-821E-BDA4FB1D844B}" srcOrd="2" destOrd="0" presId="urn:microsoft.com/office/officeart/2005/8/layout/orgChart1"/>
    <dgm:cxn modelId="{681CBD51-5E4D-9543-89FE-98CE3A987040}" type="presParOf" srcId="{71009597-4A56-B844-908F-4FA1D98B72E6}" destId="{2441709E-62D9-B841-A903-939ADFF903CB}" srcOrd="2" destOrd="0" presId="urn:microsoft.com/office/officeart/2005/8/layout/orgChart1"/>
    <dgm:cxn modelId="{8D3C8B15-92CC-3147-8528-B809AD0469B8}" type="presParOf" srcId="{00C10F1B-D8A3-FA49-8DD6-BA7BCC413698}" destId="{96EE2736-26A2-9B4D-9FF8-E610A97AC5E6}" srcOrd="2" destOrd="0" presId="urn:microsoft.com/office/officeart/2005/8/layout/orgChart1"/>
    <dgm:cxn modelId="{ED4A41EE-67C3-984C-B2FB-65A1967D6078}" type="presParOf" srcId="{741BAFC4-52F2-F04D-A66B-7243A22DB621}" destId="{86DBD14B-8035-2446-B95E-041DF75FB469}" srcOrd="4" destOrd="0" presId="urn:microsoft.com/office/officeart/2005/8/layout/orgChart1"/>
    <dgm:cxn modelId="{AEBC3805-80A7-B24D-A4E5-B4F6AD7D10FD}" type="presParOf" srcId="{741BAFC4-52F2-F04D-A66B-7243A22DB621}" destId="{BBBF4814-1AF9-304E-BE50-C727B7542ADA}" srcOrd="5" destOrd="0" presId="urn:microsoft.com/office/officeart/2005/8/layout/orgChart1"/>
    <dgm:cxn modelId="{434F86BB-DEF6-B14E-893F-05F4049F25FE}" type="presParOf" srcId="{BBBF4814-1AF9-304E-BE50-C727B7542ADA}" destId="{CE1686F5-5AFC-B845-9188-401371429E1D}" srcOrd="0" destOrd="0" presId="urn:microsoft.com/office/officeart/2005/8/layout/orgChart1"/>
    <dgm:cxn modelId="{45717D70-79DA-114B-8897-A3C9FA0DE691}" type="presParOf" srcId="{CE1686F5-5AFC-B845-9188-401371429E1D}" destId="{72D70901-3DC9-E345-8C8D-FD982BC77083}" srcOrd="0" destOrd="0" presId="urn:microsoft.com/office/officeart/2005/8/layout/orgChart1"/>
    <dgm:cxn modelId="{90FACEE7-A863-F14F-B40A-7BED23035682}" type="presParOf" srcId="{CE1686F5-5AFC-B845-9188-401371429E1D}" destId="{B96927AB-DE8C-9C4A-A063-0144B5850063}" srcOrd="1" destOrd="0" presId="urn:microsoft.com/office/officeart/2005/8/layout/orgChart1"/>
    <dgm:cxn modelId="{9DFFED01-D3CA-6E4E-8240-234C3F3E059C}" type="presParOf" srcId="{BBBF4814-1AF9-304E-BE50-C727B7542ADA}" destId="{526186D9-A015-0E4E-A46F-FF231227C9BC}" srcOrd="1" destOrd="0" presId="urn:microsoft.com/office/officeart/2005/8/layout/orgChart1"/>
    <dgm:cxn modelId="{1CE5B2F6-F479-DA4D-BE51-F9F40E8847B3}" type="presParOf" srcId="{526186D9-A015-0E4E-A46F-FF231227C9BC}" destId="{45D0353C-F272-3A46-BC2F-4F93B38EE3BB}" srcOrd="0" destOrd="0" presId="urn:microsoft.com/office/officeart/2005/8/layout/orgChart1"/>
    <dgm:cxn modelId="{2F2C46A1-70ED-DB46-BA3F-68E4EFC130C1}" type="presParOf" srcId="{526186D9-A015-0E4E-A46F-FF231227C9BC}" destId="{2A06BB8A-02BB-9746-B445-BAC3F8269275}" srcOrd="1" destOrd="0" presId="urn:microsoft.com/office/officeart/2005/8/layout/orgChart1"/>
    <dgm:cxn modelId="{AAFC679C-6749-6141-9709-B572E97378E9}" type="presParOf" srcId="{2A06BB8A-02BB-9746-B445-BAC3F8269275}" destId="{A9EE98AB-F777-7343-B21F-C8FFFD5CD5EC}" srcOrd="0" destOrd="0" presId="urn:microsoft.com/office/officeart/2005/8/layout/orgChart1"/>
    <dgm:cxn modelId="{BDB72F7D-9097-1541-8155-7AD8FF284C37}" type="presParOf" srcId="{A9EE98AB-F777-7343-B21F-C8FFFD5CD5EC}" destId="{5AF7DC17-4D0F-0A40-833E-CA7FEE6CEFA0}" srcOrd="0" destOrd="0" presId="urn:microsoft.com/office/officeart/2005/8/layout/orgChart1"/>
    <dgm:cxn modelId="{3DB36C64-A6E5-4144-B761-FE7B90B4CA4E}" type="presParOf" srcId="{A9EE98AB-F777-7343-B21F-C8FFFD5CD5EC}" destId="{9A280274-4C20-F545-B572-DED5E99FF058}" srcOrd="1" destOrd="0" presId="urn:microsoft.com/office/officeart/2005/8/layout/orgChart1"/>
    <dgm:cxn modelId="{4752D153-A703-0745-B88B-5FF367C24F68}" type="presParOf" srcId="{2A06BB8A-02BB-9746-B445-BAC3F8269275}" destId="{6C7A66E7-920D-664C-B8BA-C9556FFE6176}" srcOrd="1" destOrd="0" presId="urn:microsoft.com/office/officeart/2005/8/layout/orgChart1"/>
    <dgm:cxn modelId="{B0205A25-FF34-894F-9CE4-2AC39A3A965D}" type="presParOf" srcId="{2A06BB8A-02BB-9746-B445-BAC3F8269275}" destId="{A9A95787-E926-3F4C-BE5D-00810A5188BB}" srcOrd="2" destOrd="0" presId="urn:microsoft.com/office/officeart/2005/8/layout/orgChart1"/>
    <dgm:cxn modelId="{EF2DC954-8F8E-9D40-A2D7-CB33DDB09219}" type="presParOf" srcId="{526186D9-A015-0E4E-A46F-FF231227C9BC}" destId="{49368CFD-3F78-F247-840B-17F71E70D983}" srcOrd="2" destOrd="0" presId="urn:microsoft.com/office/officeart/2005/8/layout/orgChart1"/>
    <dgm:cxn modelId="{9085E9E5-DFF0-7049-BB6C-9F894768C446}" type="presParOf" srcId="{526186D9-A015-0E4E-A46F-FF231227C9BC}" destId="{D8A98D19-2812-F34B-BA89-C98E044A0717}" srcOrd="3" destOrd="0" presId="urn:microsoft.com/office/officeart/2005/8/layout/orgChart1"/>
    <dgm:cxn modelId="{8DD5CFB3-7816-7443-BD08-56152DEAE56B}" type="presParOf" srcId="{D8A98D19-2812-F34B-BA89-C98E044A0717}" destId="{9355E7E2-2625-904F-AD36-CB4FC62A0DAF}" srcOrd="0" destOrd="0" presId="urn:microsoft.com/office/officeart/2005/8/layout/orgChart1"/>
    <dgm:cxn modelId="{CC96BD96-998D-2745-B437-8632A5972CAE}" type="presParOf" srcId="{9355E7E2-2625-904F-AD36-CB4FC62A0DAF}" destId="{8C9F2A96-E3D9-6D40-8088-96C37F1066DD}" srcOrd="0" destOrd="0" presId="urn:microsoft.com/office/officeart/2005/8/layout/orgChart1"/>
    <dgm:cxn modelId="{EE5D98D2-54D4-D542-B38F-5BF2483D56F5}" type="presParOf" srcId="{9355E7E2-2625-904F-AD36-CB4FC62A0DAF}" destId="{03DC0F6E-7232-214B-A81C-C5F4282A2137}" srcOrd="1" destOrd="0" presId="urn:microsoft.com/office/officeart/2005/8/layout/orgChart1"/>
    <dgm:cxn modelId="{55CB885F-3764-8445-840C-5A5EB7CEBB3C}" type="presParOf" srcId="{D8A98D19-2812-F34B-BA89-C98E044A0717}" destId="{A043B3BA-88E1-844B-AF6D-F3BF0F453A40}" srcOrd="1" destOrd="0" presId="urn:microsoft.com/office/officeart/2005/8/layout/orgChart1"/>
    <dgm:cxn modelId="{591D56CA-B5F6-974E-AD3D-4F1AC5AB36A1}" type="presParOf" srcId="{A043B3BA-88E1-844B-AF6D-F3BF0F453A40}" destId="{92F05E97-41FF-FF48-A3B9-6C6F83F6BDD4}" srcOrd="0" destOrd="0" presId="urn:microsoft.com/office/officeart/2005/8/layout/orgChart1"/>
    <dgm:cxn modelId="{698E18E6-A6C1-A74E-B86C-131099071426}" type="presParOf" srcId="{A043B3BA-88E1-844B-AF6D-F3BF0F453A40}" destId="{7510AC64-A5A2-324B-9EC5-F17EF13B0895}" srcOrd="1" destOrd="0" presId="urn:microsoft.com/office/officeart/2005/8/layout/orgChart1"/>
    <dgm:cxn modelId="{3E3831CC-A1B8-FB44-B817-1DEACF2194FC}" type="presParOf" srcId="{7510AC64-A5A2-324B-9EC5-F17EF13B0895}" destId="{627043D7-9EFC-474B-A297-F7D94D4AA8C2}" srcOrd="0" destOrd="0" presId="urn:microsoft.com/office/officeart/2005/8/layout/orgChart1"/>
    <dgm:cxn modelId="{36B102B0-E3F6-D84C-B552-0989733847B0}" type="presParOf" srcId="{627043D7-9EFC-474B-A297-F7D94D4AA8C2}" destId="{28587221-A867-6C43-9EEE-7DC1B2D62CDC}" srcOrd="0" destOrd="0" presId="urn:microsoft.com/office/officeart/2005/8/layout/orgChart1"/>
    <dgm:cxn modelId="{22A14900-869A-C74C-91CE-1C0D77158425}" type="presParOf" srcId="{627043D7-9EFC-474B-A297-F7D94D4AA8C2}" destId="{9360AE57-E5C1-1144-BF54-C2B361280666}" srcOrd="1" destOrd="0" presId="urn:microsoft.com/office/officeart/2005/8/layout/orgChart1"/>
    <dgm:cxn modelId="{6905CE21-DDCA-D147-8AEF-5EF69BE28AE4}" type="presParOf" srcId="{7510AC64-A5A2-324B-9EC5-F17EF13B0895}" destId="{BC93EA2B-6CC8-A94C-99C5-FEFAF7210821}" srcOrd="1" destOrd="0" presId="urn:microsoft.com/office/officeart/2005/8/layout/orgChart1"/>
    <dgm:cxn modelId="{2A74568F-A905-7849-BDE0-7BD08AF3C7AA}" type="presParOf" srcId="{7510AC64-A5A2-324B-9EC5-F17EF13B0895}" destId="{1255CDCE-BCC7-2F4E-A5D4-7911063FB721}" srcOrd="2" destOrd="0" presId="urn:microsoft.com/office/officeart/2005/8/layout/orgChart1"/>
    <dgm:cxn modelId="{2ACC0C9F-1E97-FB46-9C70-0E26C2B96F10}" type="presParOf" srcId="{D8A98D19-2812-F34B-BA89-C98E044A0717}" destId="{EC85073F-E658-0C49-938F-8987A5F7A3B7}" srcOrd="2" destOrd="0" presId="urn:microsoft.com/office/officeart/2005/8/layout/orgChart1"/>
    <dgm:cxn modelId="{9810822B-22EC-3244-B71A-BC0D03182CFD}" type="presParOf" srcId="{BBBF4814-1AF9-304E-BE50-C727B7542ADA}" destId="{53E4C9D4-BF85-4D48-B5C9-54D26C9E9248}" srcOrd="2" destOrd="0" presId="urn:microsoft.com/office/officeart/2005/8/layout/orgChart1"/>
    <dgm:cxn modelId="{06AC43AE-B978-6646-9816-750E0D368DB1}" type="presParOf" srcId="{741BAFC4-52F2-F04D-A66B-7243A22DB621}" destId="{326F35A3-94E7-8740-9367-8A0451B601FA}" srcOrd="6" destOrd="0" presId="urn:microsoft.com/office/officeart/2005/8/layout/orgChart1"/>
    <dgm:cxn modelId="{099AF6F3-E3CD-B44E-82C3-0CA8EAE61EAD}" type="presParOf" srcId="{741BAFC4-52F2-F04D-A66B-7243A22DB621}" destId="{E7ED3E99-4F63-AE46-BB0E-70C8C054B08B}" srcOrd="7" destOrd="0" presId="urn:microsoft.com/office/officeart/2005/8/layout/orgChart1"/>
    <dgm:cxn modelId="{8BBC8037-CAB5-2A4B-A443-6AED6ED188E5}" type="presParOf" srcId="{E7ED3E99-4F63-AE46-BB0E-70C8C054B08B}" destId="{FCBBAA87-CD50-7E4D-A9EA-4032F42329BE}" srcOrd="0" destOrd="0" presId="urn:microsoft.com/office/officeart/2005/8/layout/orgChart1"/>
    <dgm:cxn modelId="{ECE41479-99BD-5349-96DB-7C6B91F65076}" type="presParOf" srcId="{FCBBAA87-CD50-7E4D-A9EA-4032F42329BE}" destId="{87EF345B-E6A8-874E-BDD5-C3B0FF1EDB37}" srcOrd="0" destOrd="0" presId="urn:microsoft.com/office/officeart/2005/8/layout/orgChart1"/>
    <dgm:cxn modelId="{4778A5E4-765C-4A40-82E0-4472CE16F100}" type="presParOf" srcId="{FCBBAA87-CD50-7E4D-A9EA-4032F42329BE}" destId="{685243AC-F586-AF48-ACAF-324B52907EF5}" srcOrd="1" destOrd="0" presId="urn:microsoft.com/office/officeart/2005/8/layout/orgChart1"/>
    <dgm:cxn modelId="{E89F064C-616C-2240-886A-97DF18764F3A}" type="presParOf" srcId="{E7ED3E99-4F63-AE46-BB0E-70C8C054B08B}" destId="{619048CA-3CD8-B34C-8367-FE5C69178D2D}" srcOrd="1" destOrd="0" presId="urn:microsoft.com/office/officeart/2005/8/layout/orgChart1"/>
    <dgm:cxn modelId="{6189C865-9EF6-334B-9913-85DE0EF3F0CC}" type="presParOf" srcId="{619048CA-3CD8-B34C-8367-FE5C69178D2D}" destId="{24EDA422-5120-734D-A996-B3D396FA26FC}" srcOrd="0" destOrd="0" presId="urn:microsoft.com/office/officeart/2005/8/layout/orgChart1"/>
    <dgm:cxn modelId="{0238C8A0-1DDA-7A4B-82CF-CB0E98A91E0F}" type="presParOf" srcId="{619048CA-3CD8-B34C-8367-FE5C69178D2D}" destId="{F2D2400B-1E8D-1646-BB57-BDD51D41201E}" srcOrd="1" destOrd="0" presId="urn:microsoft.com/office/officeart/2005/8/layout/orgChart1"/>
    <dgm:cxn modelId="{69ACEA3C-7413-0D44-AAD4-35C4004EAA59}" type="presParOf" srcId="{F2D2400B-1E8D-1646-BB57-BDD51D41201E}" destId="{EF359A20-F936-D340-8E74-AF6C0C0F1EB9}" srcOrd="0" destOrd="0" presId="urn:microsoft.com/office/officeart/2005/8/layout/orgChart1"/>
    <dgm:cxn modelId="{687EC489-88FE-7543-8D06-CED7ABA11320}" type="presParOf" srcId="{EF359A20-F936-D340-8E74-AF6C0C0F1EB9}" destId="{ACF55E9C-54E0-CF4B-9305-11E5E25A2FC1}" srcOrd="0" destOrd="0" presId="urn:microsoft.com/office/officeart/2005/8/layout/orgChart1"/>
    <dgm:cxn modelId="{4521388A-7A04-1B45-8E0E-286D230DC65F}" type="presParOf" srcId="{EF359A20-F936-D340-8E74-AF6C0C0F1EB9}" destId="{B82C2941-3FB0-4043-8FE4-A5298EC648F9}" srcOrd="1" destOrd="0" presId="urn:microsoft.com/office/officeart/2005/8/layout/orgChart1"/>
    <dgm:cxn modelId="{2278B05C-837A-C94C-955F-F0F3A6C33033}" type="presParOf" srcId="{F2D2400B-1E8D-1646-BB57-BDD51D41201E}" destId="{187CB0C9-258B-234A-B1B1-3E143227CC46}" srcOrd="1" destOrd="0" presId="urn:microsoft.com/office/officeart/2005/8/layout/orgChart1"/>
    <dgm:cxn modelId="{D326E88F-AD0B-1A42-AECF-340B8C5E7188}" type="presParOf" srcId="{F2D2400B-1E8D-1646-BB57-BDD51D41201E}" destId="{AFBB1921-2BF3-5F44-BBE4-924FFB7A99B8}" srcOrd="2" destOrd="0" presId="urn:microsoft.com/office/officeart/2005/8/layout/orgChart1"/>
    <dgm:cxn modelId="{1CCF8EE3-FDB7-5B40-BD0B-41BE220BC8CE}" type="presParOf" srcId="{619048CA-3CD8-B34C-8367-FE5C69178D2D}" destId="{4E7239AD-7EF2-B44D-B4FD-60A8CAB07EE5}" srcOrd="2" destOrd="0" presId="urn:microsoft.com/office/officeart/2005/8/layout/orgChart1"/>
    <dgm:cxn modelId="{E1C7417A-5918-AD44-AA19-39D75CE8C65F}" type="presParOf" srcId="{619048CA-3CD8-B34C-8367-FE5C69178D2D}" destId="{1E5B6B38-DB7D-2141-8645-D58E7FE72735}" srcOrd="3" destOrd="0" presId="urn:microsoft.com/office/officeart/2005/8/layout/orgChart1"/>
    <dgm:cxn modelId="{7411958E-2DB1-9C49-9D34-A22740ACC45B}" type="presParOf" srcId="{1E5B6B38-DB7D-2141-8645-D58E7FE72735}" destId="{97F1622C-C99F-A64C-A0C8-D00CA630A89A}" srcOrd="0" destOrd="0" presId="urn:microsoft.com/office/officeart/2005/8/layout/orgChart1"/>
    <dgm:cxn modelId="{6C2DEF40-9BB5-1742-AFB0-5F90EC868405}" type="presParOf" srcId="{97F1622C-C99F-A64C-A0C8-D00CA630A89A}" destId="{CDD6579F-8555-DC48-B92A-7E9E7F97B273}" srcOrd="0" destOrd="0" presId="urn:microsoft.com/office/officeart/2005/8/layout/orgChart1"/>
    <dgm:cxn modelId="{3E26366B-DA31-DA49-BB53-91F6FEA3B4E7}" type="presParOf" srcId="{97F1622C-C99F-A64C-A0C8-D00CA630A89A}" destId="{3DD50989-BC3B-2441-8F27-A3F2603FC4FE}" srcOrd="1" destOrd="0" presId="urn:microsoft.com/office/officeart/2005/8/layout/orgChart1"/>
    <dgm:cxn modelId="{320923E9-513A-5B46-A5BD-4DE44DD86A5A}" type="presParOf" srcId="{1E5B6B38-DB7D-2141-8645-D58E7FE72735}" destId="{F7226490-1431-8049-AB96-E232FC645028}" srcOrd="1" destOrd="0" presId="urn:microsoft.com/office/officeart/2005/8/layout/orgChart1"/>
    <dgm:cxn modelId="{1C6E851E-052C-B649-8129-51CFB25D5730}" type="presParOf" srcId="{1E5B6B38-DB7D-2141-8645-D58E7FE72735}" destId="{FDBCA69A-86C5-E14C-856D-2BBA349C56A1}" srcOrd="2" destOrd="0" presId="urn:microsoft.com/office/officeart/2005/8/layout/orgChart1"/>
    <dgm:cxn modelId="{13D25A6E-4FFD-0D4B-B08D-D83FB26C26B7}" type="presParOf" srcId="{619048CA-3CD8-B34C-8367-FE5C69178D2D}" destId="{86265074-D01D-4E48-8F24-D04EBC155E87}" srcOrd="4" destOrd="0" presId="urn:microsoft.com/office/officeart/2005/8/layout/orgChart1"/>
    <dgm:cxn modelId="{3B02E22C-56D0-C545-A974-1728CB28591B}" type="presParOf" srcId="{619048CA-3CD8-B34C-8367-FE5C69178D2D}" destId="{C30E6470-F8BC-4643-B909-92A88E941B6A}" srcOrd="5" destOrd="0" presId="urn:microsoft.com/office/officeart/2005/8/layout/orgChart1"/>
    <dgm:cxn modelId="{9C7989D4-DBDD-6745-BDCC-B0A9B04DBC5C}" type="presParOf" srcId="{C30E6470-F8BC-4643-B909-92A88E941B6A}" destId="{0DFB1536-8745-7449-9CD4-3A0E368C32FA}" srcOrd="0" destOrd="0" presId="urn:microsoft.com/office/officeart/2005/8/layout/orgChart1"/>
    <dgm:cxn modelId="{DA7D2C8D-3F53-3A46-96AE-CFFE3C055B67}" type="presParOf" srcId="{0DFB1536-8745-7449-9CD4-3A0E368C32FA}" destId="{C19162BD-3884-7940-8A63-78765436EE02}" srcOrd="0" destOrd="0" presId="urn:microsoft.com/office/officeart/2005/8/layout/orgChart1"/>
    <dgm:cxn modelId="{38636CEF-880F-5142-A479-E9F7E62AC1F2}" type="presParOf" srcId="{0DFB1536-8745-7449-9CD4-3A0E368C32FA}" destId="{7B4483E1-24D1-344B-B73A-168E3C794C67}" srcOrd="1" destOrd="0" presId="urn:microsoft.com/office/officeart/2005/8/layout/orgChart1"/>
    <dgm:cxn modelId="{6A150E71-A87F-814C-945F-E48786A6602E}" type="presParOf" srcId="{C30E6470-F8BC-4643-B909-92A88E941B6A}" destId="{27891A71-FF74-4A4B-9AE9-D1F8D933E983}" srcOrd="1" destOrd="0" presId="urn:microsoft.com/office/officeart/2005/8/layout/orgChart1"/>
    <dgm:cxn modelId="{96F5871B-5236-4242-8C7E-392AC79D1B0C}" type="presParOf" srcId="{C30E6470-F8BC-4643-B909-92A88E941B6A}" destId="{C36535ED-4B69-F945-871D-4A44C9413604}" srcOrd="2" destOrd="0" presId="urn:microsoft.com/office/officeart/2005/8/layout/orgChart1"/>
    <dgm:cxn modelId="{5A06C4BF-B526-EA48-AFFD-2BC6C00F1A49}" type="presParOf" srcId="{E7ED3E99-4F63-AE46-BB0E-70C8C054B08B}" destId="{7E84A395-18A9-BA48-A92B-F0E9415BB1CC}" srcOrd="2" destOrd="0" presId="urn:microsoft.com/office/officeart/2005/8/layout/orgChart1"/>
    <dgm:cxn modelId="{1600BA3F-8933-3649-815C-1B804A874ADF}" type="presParOf" srcId="{3FC05E0B-96EE-9543-BC88-9C79608E73B9}" destId="{3B8A3341-46F3-4B4B-B6A3-024203E66B19}" srcOrd="2" destOrd="0" presId="urn:microsoft.com/office/officeart/2005/8/layout/orgChart1"/>
    <dgm:cxn modelId="{F5CD0EB9-E605-AD48-9A8A-7E01B93E47EA}" type="presParOf" srcId="{3B8A3341-46F3-4B4B-B6A3-024203E66B19}" destId="{CC8FA91A-6125-2A45-9525-DCB14E914C74}" srcOrd="0" destOrd="0" presId="urn:microsoft.com/office/officeart/2005/8/layout/orgChart1"/>
    <dgm:cxn modelId="{3030D9E2-5C14-DE4E-AF33-B0477C69A12B}" type="presParOf" srcId="{3B8A3341-46F3-4B4B-B6A3-024203E66B19}" destId="{F4553BA9-19AF-AB40-A301-0157136CD39C}" srcOrd="1" destOrd="0" presId="urn:microsoft.com/office/officeart/2005/8/layout/orgChart1"/>
    <dgm:cxn modelId="{1DE7C9CE-CD7B-454A-9993-B50BED0FE805}" type="presParOf" srcId="{F4553BA9-19AF-AB40-A301-0157136CD39C}" destId="{01DD4B5F-9221-964F-9F16-4A572DF98266}" srcOrd="0" destOrd="0" presId="urn:microsoft.com/office/officeart/2005/8/layout/orgChart1"/>
    <dgm:cxn modelId="{6D4F0F04-0324-F543-8D16-0975E2819F75}" type="presParOf" srcId="{01DD4B5F-9221-964F-9F16-4A572DF98266}" destId="{97D0FB62-084D-1D4A-AEB6-2D65A7BB40A7}" srcOrd="0" destOrd="0" presId="urn:microsoft.com/office/officeart/2005/8/layout/orgChart1"/>
    <dgm:cxn modelId="{FEB3BBA1-5934-FA46-B9A2-72F6D846E4B3}" type="presParOf" srcId="{01DD4B5F-9221-964F-9F16-4A572DF98266}" destId="{7A6742FB-AD76-4548-91DF-D0AE83DF15ED}" srcOrd="1" destOrd="0" presId="urn:microsoft.com/office/officeart/2005/8/layout/orgChart1"/>
    <dgm:cxn modelId="{52197C03-F533-1C46-A532-D5002A08218F}" type="presParOf" srcId="{F4553BA9-19AF-AB40-A301-0157136CD39C}" destId="{FA536818-F1F6-A848-A052-8F061AB28193}" srcOrd="1" destOrd="0" presId="urn:microsoft.com/office/officeart/2005/8/layout/orgChart1"/>
    <dgm:cxn modelId="{F40FE8D4-B190-0649-A212-31EFA78E6355}" type="presParOf" srcId="{F4553BA9-19AF-AB40-A301-0157136CD39C}" destId="{DDB020AA-1F06-BA49-B103-D00F64D16FF1}" srcOrd="2" destOrd="0" presId="urn:microsoft.com/office/officeart/2005/8/layout/orgChart1"/>
    <dgm:cxn modelId="{425096A7-B212-6A4F-8481-9995D5CE0587}" type="presParOf" srcId="{DDB020AA-1F06-BA49-B103-D00F64D16FF1}" destId="{16F80A20-060B-664A-8032-67B0FAFF66C3}" srcOrd="0" destOrd="0" presId="urn:microsoft.com/office/officeart/2005/8/layout/orgChart1"/>
    <dgm:cxn modelId="{F4958E6F-62E2-654C-BD75-0C8AD083BE81}" type="presParOf" srcId="{DDB020AA-1F06-BA49-B103-D00F64D16FF1}" destId="{CBF378A5-11C8-4641-B557-CA21941085ED}" srcOrd="1" destOrd="0" presId="urn:microsoft.com/office/officeart/2005/8/layout/orgChart1"/>
    <dgm:cxn modelId="{EA33E372-0B15-C448-846F-9D7B18C2067E}" type="presParOf" srcId="{CBF378A5-11C8-4641-B557-CA21941085ED}" destId="{92CFC5B8-08E4-8F41-ADE4-335915C98DD6}" srcOrd="0" destOrd="0" presId="urn:microsoft.com/office/officeart/2005/8/layout/orgChart1"/>
    <dgm:cxn modelId="{ABE4D15F-5586-1943-A36B-D8AF26F02313}" type="presParOf" srcId="{92CFC5B8-08E4-8F41-ADE4-335915C98DD6}" destId="{C9B2AFC6-4A6F-B94A-8AEC-A096C0B0D771}" srcOrd="0" destOrd="0" presId="urn:microsoft.com/office/officeart/2005/8/layout/orgChart1"/>
    <dgm:cxn modelId="{2027769C-7A24-B04F-BD1B-F1C60AE3DAB0}" type="presParOf" srcId="{92CFC5B8-08E4-8F41-ADE4-335915C98DD6}" destId="{64D27170-BA5B-7B46-8618-E04E7C1382BF}" srcOrd="1" destOrd="0" presId="urn:microsoft.com/office/officeart/2005/8/layout/orgChart1"/>
    <dgm:cxn modelId="{543FD6E1-5904-B042-8024-F9AED624543B}" type="presParOf" srcId="{CBF378A5-11C8-4641-B557-CA21941085ED}" destId="{92952BD5-AF96-4B4B-9522-5F0B5689BCE6}" srcOrd="1" destOrd="0" presId="urn:microsoft.com/office/officeart/2005/8/layout/orgChart1"/>
    <dgm:cxn modelId="{284019D9-D38F-DC46-B3F6-89481BD967EC}" type="presParOf" srcId="{CBF378A5-11C8-4641-B557-CA21941085ED}" destId="{3AEADC6E-8349-964A-A55B-74713618224C}" srcOrd="2" destOrd="0" presId="urn:microsoft.com/office/officeart/2005/8/layout/orgChart1"/>
    <dgm:cxn modelId="{94D78C34-8144-BE47-A83C-390DB70A2916}" type="presParOf" srcId="{DDB020AA-1F06-BA49-B103-D00F64D16FF1}" destId="{D38C0CB9-2508-4D46-801D-0FF4AAD5FE1E}" srcOrd="2" destOrd="0" presId="urn:microsoft.com/office/officeart/2005/8/layout/orgChart1"/>
    <dgm:cxn modelId="{AD149FDA-3485-6843-AB55-29BC8941EF04}" type="presParOf" srcId="{DDB020AA-1F06-BA49-B103-D00F64D16FF1}" destId="{B23C6DF8-0F02-B946-B41A-C95C37D922E5}" srcOrd="3" destOrd="0" presId="urn:microsoft.com/office/officeart/2005/8/layout/orgChart1"/>
    <dgm:cxn modelId="{3D8105E8-A0B8-9B44-BA57-354FED36FEC9}" type="presParOf" srcId="{B23C6DF8-0F02-B946-B41A-C95C37D922E5}" destId="{493FA197-022B-4E46-9793-280C30942313}" srcOrd="0" destOrd="0" presId="urn:microsoft.com/office/officeart/2005/8/layout/orgChart1"/>
    <dgm:cxn modelId="{C06C0B79-2972-E84D-A03D-8016086401AE}" type="presParOf" srcId="{493FA197-022B-4E46-9793-280C30942313}" destId="{A02F7BFB-6889-AF47-93C4-90CC304A574F}" srcOrd="0" destOrd="0" presId="urn:microsoft.com/office/officeart/2005/8/layout/orgChart1"/>
    <dgm:cxn modelId="{77883491-A628-034F-B473-354B5BC4B092}" type="presParOf" srcId="{493FA197-022B-4E46-9793-280C30942313}" destId="{CC7FCB4F-A299-8546-933C-CC3BBBFD96EB}" srcOrd="1" destOrd="0" presId="urn:microsoft.com/office/officeart/2005/8/layout/orgChart1"/>
    <dgm:cxn modelId="{4CB95A78-5732-9D4E-9113-0AA0042E6D3D}" type="presParOf" srcId="{B23C6DF8-0F02-B946-B41A-C95C37D922E5}" destId="{9B78272A-D711-894F-9CEB-D8A4FD8C0162}" srcOrd="1" destOrd="0" presId="urn:microsoft.com/office/officeart/2005/8/layout/orgChart1"/>
    <dgm:cxn modelId="{47A9FA71-FAC5-F240-9740-6B928EAC59F2}" type="presParOf" srcId="{B23C6DF8-0F02-B946-B41A-C95C37D922E5}" destId="{73AB041A-F3E6-1946-8595-FE557CBD428A}" srcOrd="2" destOrd="0" presId="urn:microsoft.com/office/officeart/2005/8/layout/orgChart1"/>
    <dgm:cxn modelId="{07376AC5-834B-1744-A037-7894DCB11DDD}" type="presParOf" srcId="{DDB020AA-1F06-BA49-B103-D00F64D16FF1}" destId="{8E3BB4F7-CAD5-E24F-A805-D59ECE252C33}" srcOrd="4" destOrd="0" presId="urn:microsoft.com/office/officeart/2005/8/layout/orgChart1"/>
    <dgm:cxn modelId="{EFB9EDF4-7570-7144-9245-751B3F69F302}" type="presParOf" srcId="{DDB020AA-1F06-BA49-B103-D00F64D16FF1}" destId="{50711B34-7F60-324D-BCF9-0250526AB9C3}" srcOrd="5" destOrd="0" presId="urn:microsoft.com/office/officeart/2005/8/layout/orgChart1"/>
    <dgm:cxn modelId="{E2947BEB-3595-2343-A30D-CFD7224ACB50}" type="presParOf" srcId="{50711B34-7F60-324D-BCF9-0250526AB9C3}" destId="{DE4DC313-7C00-3849-BF7A-DF90761397BC}" srcOrd="0" destOrd="0" presId="urn:microsoft.com/office/officeart/2005/8/layout/orgChart1"/>
    <dgm:cxn modelId="{E08F071E-072A-7A47-BEFC-4CFF0FA39E45}" type="presParOf" srcId="{DE4DC313-7C00-3849-BF7A-DF90761397BC}" destId="{DBE96839-C852-DE48-AD1C-5BB87483895E}" srcOrd="0" destOrd="0" presId="urn:microsoft.com/office/officeart/2005/8/layout/orgChart1"/>
    <dgm:cxn modelId="{6E31C1B6-44C0-9148-9A78-E176EE4E6EB8}" type="presParOf" srcId="{DE4DC313-7C00-3849-BF7A-DF90761397BC}" destId="{B3F5C69C-4228-F14B-A24F-68ABE10E6B2F}" srcOrd="1" destOrd="0" presId="urn:microsoft.com/office/officeart/2005/8/layout/orgChart1"/>
    <dgm:cxn modelId="{3F713F72-DDB8-D648-A282-19F9757B11E7}" type="presParOf" srcId="{50711B34-7F60-324D-BCF9-0250526AB9C3}" destId="{66F77796-6C22-D544-B2D4-2450608D98A5}" srcOrd="1" destOrd="0" presId="urn:microsoft.com/office/officeart/2005/8/layout/orgChart1"/>
    <dgm:cxn modelId="{051F1426-C87A-7742-8EAE-D96888461768}" type="presParOf" srcId="{50711B34-7F60-324D-BCF9-0250526AB9C3}" destId="{F3D37287-9752-1241-9AB0-0E53BAD7CB8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35026A-F1ED-4E40-9DBB-3C3721F04489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44150518-9DAE-0D45-BAB4-2548BB9508C9}">
      <dgm:prSet phldrT="[Text]"/>
      <dgm:spPr/>
      <dgm:t>
        <a:bodyPr/>
        <a:lstStyle/>
        <a:p>
          <a:r>
            <a:rPr lang="pt-PT" dirty="0" err="1" smtClean="0"/>
            <a:t>GetResponse’s</a:t>
          </a:r>
          <a:r>
            <a:rPr lang="pt-PT" dirty="0" smtClean="0"/>
            <a:t> Menu</a:t>
          </a:r>
          <a:endParaRPr lang="pt-PT" dirty="0"/>
        </a:p>
      </dgm:t>
    </dgm:pt>
    <dgm:pt modelId="{4676DCB1-A48E-224F-9DB1-CF8803AE68F1}" type="parTrans" cxnId="{B6958146-B227-DA48-9DA6-26953FBFDCD7}">
      <dgm:prSet/>
      <dgm:spPr/>
      <dgm:t>
        <a:bodyPr/>
        <a:lstStyle/>
        <a:p>
          <a:endParaRPr lang="pt-PT"/>
        </a:p>
      </dgm:t>
    </dgm:pt>
    <dgm:pt modelId="{E6343CB8-5A22-1245-B5B0-5FA2DC0AC46B}" type="sibTrans" cxnId="{B6958146-B227-DA48-9DA6-26953FBFDCD7}">
      <dgm:prSet/>
      <dgm:spPr/>
      <dgm:t>
        <a:bodyPr/>
        <a:lstStyle/>
        <a:p>
          <a:endParaRPr lang="pt-PT"/>
        </a:p>
      </dgm:t>
    </dgm:pt>
    <dgm:pt modelId="{8973937F-27A6-0B47-A2E2-82381D6A74AC}" type="asst">
      <dgm:prSet phldrT="[Text]"/>
      <dgm:spPr/>
      <dgm:t>
        <a:bodyPr/>
        <a:lstStyle/>
        <a:p>
          <a:r>
            <a:rPr lang="pt-PT" dirty="0" err="1" smtClean="0"/>
            <a:t>Campaign</a:t>
          </a:r>
          <a:endParaRPr lang="pt-PT" dirty="0"/>
        </a:p>
      </dgm:t>
    </dgm:pt>
    <dgm:pt modelId="{7A4D0E58-D017-AD48-852D-94DCE6447991}" type="parTrans" cxnId="{B89424DB-C101-AB47-B95B-A6A15C73EF51}">
      <dgm:prSet/>
      <dgm:spPr/>
      <dgm:t>
        <a:bodyPr/>
        <a:lstStyle/>
        <a:p>
          <a:endParaRPr lang="pt-PT"/>
        </a:p>
      </dgm:t>
    </dgm:pt>
    <dgm:pt modelId="{529FC398-4DA7-6B44-BC4D-AA0B5CAEE3D7}" type="sibTrans" cxnId="{B89424DB-C101-AB47-B95B-A6A15C73EF51}">
      <dgm:prSet/>
      <dgm:spPr/>
      <dgm:t>
        <a:bodyPr/>
        <a:lstStyle/>
        <a:p>
          <a:endParaRPr lang="pt-PT"/>
        </a:p>
      </dgm:t>
    </dgm:pt>
    <dgm:pt modelId="{69B19B73-D49C-484E-AD18-DF6706B52EB5}">
      <dgm:prSet phldrT="[Text]"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Campaign</a:t>
          </a:r>
          <a:endParaRPr lang="pt-PT" dirty="0"/>
        </a:p>
      </dgm:t>
    </dgm:pt>
    <dgm:pt modelId="{7C86D65C-533D-A648-8034-451A2BD0D737}" type="parTrans" cxnId="{F41621F9-8446-CB47-9F3B-BF2ED39BE48C}">
      <dgm:prSet/>
      <dgm:spPr/>
      <dgm:t>
        <a:bodyPr/>
        <a:lstStyle/>
        <a:p>
          <a:endParaRPr lang="pt-PT"/>
        </a:p>
      </dgm:t>
    </dgm:pt>
    <dgm:pt modelId="{F4240035-B2ED-6345-8120-FBA415074DC8}" type="sibTrans" cxnId="{F41621F9-8446-CB47-9F3B-BF2ED39BE48C}">
      <dgm:prSet/>
      <dgm:spPr/>
      <dgm:t>
        <a:bodyPr/>
        <a:lstStyle/>
        <a:p>
          <a:endParaRPr lang="pt-PT"/>
        </a:p>
      </dgm:t>
    </dgm:pt>
    <dgm:pt modelId="{54B1D95D-D3E9-7342-A14A-B5C5111FB831}">
      <dgm:prSet phldrT="[Text]"/>
      <dgm:spPr/>
      <dgm:t>
        <a:bodyPr/>
        <a:lstStyle/>
        <a:p>
          <a:r>
            <a:rPr lang="pt-PT" dirty="0" err="1" smtClean="0"/>
            <a:t>Campaign</a:t>
          </a:r>
          <a:r>
            <a:rPr lang="pt-PT" dirty="0" smtClean="0"/>
            <a:t> </a:t>
          </a:r>
          <a:r>
            <a:rPr lang="pt-PT" dirty="0" err="1" smtClean="0"/>
            <a:t>within</a:t>
          </a:r>
          <a:r>
            <a:rPr lang="pt-PT" dirty="0" smtClean="0"/>
            <a:t> range</a:t>
          </a:r>
          <a:endParaRPr lang="pt-PT" dirty="0"/>
        </a:p>
      </dgm:t>
    </dgm:pt>
    <dgm:pt modelId="{9402E124-3F1B-F44E-BBAD-610A14B78C27}" type="parTrans" cxnId="{CD6F34E0-1588-3A47-B33F-EBC0506C1B25}">
      <dgm:prSet/>
      <dgm:spPr/>
      <dgm:t>
        <a:bodyPr/>
        <a:lstStyle/>
        <a:p>
          <a:endParaRPr lang="pt-PT"/>
        </a:p>
      </dgm:t>
    </dgm:pt>
    <dgm:pt modelId="{61E7A8C1-7D82-4549-B56B-4DB61EC50214}" type="sibTrans" cxnId="{CD6F34E0-1588-3A47-B33F-EBC0506C1B25}">
      <dgm:prSet/>
      <dgm:spPr/>
      <dgm:t>
        <a:bodyPr/>
        <a:lstStyle/>
        <a:p>
          <a:endParaRPr lang="pt-PT"/>
        </a:p>
      </dgm:t>
    </dgm:pt>
    <dgm:pt modelId="{AE8BC095-4B23-4B4F-B6FF-5BC120DA4EF5}">
      <dgm:prSet phldrT="[Text]"/>
      <dgm:spPr/>
      <dgm:t>
        <a:bodyPr/>
        <a:lstStyle/>
        <a:p>
          <a:r>
            <a:rPr lang="pt-PT" dirty="0" err="1" smtClean="0"/>
            <a:t>Refresh</a:t>
          </a:r>
          <a:r>
            <a:rPr lang="pt-PT" dirty="0" smtClean="0"/>
            <a:t> </a:t>
          </a:r>
          <a:r>
            <a:rPr lang="pt-PT" dirty="0" err="1" smtClean="0"/>
            <a:t>button</a:t>
          </a:r>
          <a:endParaRPr lang="pt-PT" dirty="0"/>
        </a:p>
      </dgm:t>
    </dgm:pt>
    <dgm:pt modelId="{205154A8-8C62-E04B-8715-D0BD7A339849}" type="parTrans" cxnId="{8D5E80B4-FF29-C649-BA85-12239D3946F8}">
      <dgm:prSet/>
      <dgm:spPr/>
      <dgm:t>
        <a:bodyPr/>
        <a:lstStyle/>
        <a:p>
          <a:endParaRPr lang="pt-PT"/>
        </a:p>
      </dgm:t>
    </dgm:pt>
    <dgm:pt modelId="{47406D30-F552-C548-BDB8-A8199B822AD5}" type="sibTrans" cxnId="{8D5E80B4-FF29-C649-BA85-12239D3946F8}">
      <dgm:prSet/>
      <dgm:spPr/>
      <dgm:t>
        <a:bodyPr/>
        <a:lstStyle/>
        <a:p>
          <a:endParaRPr lang="pt-PT"/>
        </a:p>
      </dgm:t>
    </dgm:pt>
    <dgm:pt modelId="{54CDC1ED-A830-144F-923B-5222CB26BF32}">
      <dgm:prSet phldrT="[Text]"/>
      <dgm:spPr/>
      <dgm:t>
        <a:bodyPr/>
        <a:lstStyle/>
        <a:p>
          <a:r>
            <a:rPr lang="pt-PT" dirty="0" err="1" smtClean="0"/>
            <a:t>Check</a:t>
          </a:r>
          <a:r>
            <a:rPr lang="pt-PT" dirty="0" smtClean="0"/>
            <a:t> </a:t>
          </a:r>
          <a:r>
            <a:rPr lang="pt-PT" dirty="0" err="1" smtClean="0"/>
            <a:t>Campaign</a:t>
          </a:r>
          <a:endParaRPr lang="pt-PT" dirty="0"/>
        </a:p>
      </dgm:t>
    </dgm:pt>
    <dgm:pt modelId="{C4130F32-A6BF-534E-BD84-F1A910CDE083}" type="parTrans" cxnId="{95089758-8643-7044-B2D1-9953353B239A}">
      <dgm:prSet/>
      <dgm:spPr/>
      <dgm:t>
        <a:bodyPr/>
        <a:lstStyle/>
        <a:p>
          <a:endParaRPr lang="pt-PT"/>
        </a:p>
      </dgm:t>
    </dgm:pt>
    <dgm:pt modelId="{8998F5E0-9F33-814C-9426-348ECFC35124}" type="sibTrans" cxnId="{95089758-8643-7044-B2D1-9953353B239A}">
      <dgm:prSet/>
      <dgm:spPr/>
      <dgm:t>
        <a:bodyPr/>
        <a:lstStyle/>
        <a:p>
          <a:endParaRPr lang="pt-PT"/>
        </a:p>
      </dgm:t>
    </dgm:pt>
    <dgm:pt modelId="{A4889AAC-3323-4549-9A76-FD02477211BD}">
      <dgm:prSet phldrT="[Text]"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contact</a:t>
          </a:r>
          <a:r>
            <a:rPr lang="pt-PT" dirty="0" smtClean="0"/>
            <a:t> to </a:t>
          </a:r>
          <a:r>
            <a:rPr lang="pt-PT" dirty="0" err="1" smtClean="0"/>
            <a:t>campaign</a:t>
          </a:r>
          <a:endParaRPr lang="pt-PT" dirty="0"/>
        </a:p>
      </dgm:t>
    </dgm:pt>
    <dgm:pt modelId="{D5E5B20D-BA40-7243-BEAB-6F684F02F026}" type="parTrans" cxnId="{F8C90E07-55AA-9842-BD11-6543F5ED1C06}">
      <dgm:prSet/>
      <dgm:spPr/>
      <dgm:t>
        <a:bodyPr/>
        <a:lstStyle/>
        <a:p>
          <a:endParaRPr lang="pt-PT"/>
        </a:p>
      </dgm:t>
    </dgm:pt>
    <dgm:pt modelId="{86DF7C76-E31F-DB47-A4EC-835F7A2A8016}" type="sibTrans" cxnId="{F8C90E07-55AA-9842-BD11-6543F5ED1C06}">
      <dgm:prSet/>
      <dgm:spPr/>
      <dgm:t>
        <a:bodyPr/>
        <a:lstStyle/>
        <a:p>
          <a:endParaRPr lang="pt-PT"/>
        </a:p>
      </dgm:t>
    </dgm:pt>
    <dgm:pt modelId="{13949EEB-F932-0446-A963-DF3851BCF940}">
      <dgm:prSet phldrT="[Text]"/>
      <dgm:spPr/>
      <dgm:t>
        <a:bodyPr/>
        <a:lstStyle/>
        <a:p>
          <a:r>
            <a:rPr lang="pt-PT" dirty="0" err="1" smtClean="0"/>
            <a:t>Contacts</a:t>
          </a:r>
          <a:r>
            <a:rPr lang="pt-PT" dirty="0" smtClean="0"/>
            <a:t> </a:t>
          </a:r>
          <a:r>
            <a:rPr lang="pt-PT" dirty="0" err="1" smtClean="0"/>
            <a:t>added</a:t>
          </a:r>
          <a:endParaRPr lang="pt-PT" dirty="0"/>
        </a:p>
      </dgm:t>
    </dgm:pt>
    <dgm:pt modelId="{D2498634-BE51-AD47-A96B-FB75FE65E64B}" type="parTrans" cxnId="{784F9C48-B1D8-7446-B63C-A856826F0303}">
      <dgm:prSet/>
      <dgm:spPr/>
      <dgm:t>
        <a:bodyPr/>
        <a:lstStyle/>
        <a:p>
          <a:endParaRPr lang="pt-PT"/>
        </a:p>
      </dgm:t>
    </dgm:pt>
    <dgm:pt modelId="{14C154A3-1D76-9B41-B1F7-CF25D82297F5}" type="sibTrans" cxnId="{784F9C48-B1D8-7446-B63C-A856826F0303}">
      <dgm:prSet/>
      <dgm:spPr/>
      <dgm:t>
        <a:bodyPr/>
        <a:lstStyle/>
        <a:p>
          <a:endParaRPr lang="pt-PT"/>
        </a:p>
      </dgm:t>
    </dgm:pt>
    <dgm:pt modelId="{A251AE9A-D248-9040-A935-B5B1A0EA2E74}">
      <dgm:prSet phldrT="[Text]"/>
      <dgm:spPr/>
      <dgm:t>
        <a:bodyPr/>
        <a:lstStyle/>
        <a:p>
          <a:r>
            <a:rPr lang="pt-PT" dirty="0" smtClean="0"/>
            <a:t>Emails </a:t>
          </a:r>
          <a:r>
            <a:rPr lang="pt-PT" dirty="0" err="1" smtClean="0"/>
            <a:t>sent</a:t>
          </a:r>
          <a:endParaRPr lang="pt-PT" dirty="0"/>
        </a:p>
      </dgm:t>
    </dgm:pt>
    <dgm:pt modelId="{51FDAF1F-E773-E340-8498-8279A37CCF38}" type="parTrans" cxnId="{24B2A25D-E0E4-A943-901A-03FF7C214D00}">
      <dgm:prSet/>
      <dgm:spPr/>
      <dgm:t>
        <a:bodyPr/>
        <a:lstStyle/>
        <a:p>
          <a:endParaRPr lang="pt-PT"/>
        </a:p>
      </dgm:t>
    </dgm:pt>
    <dgm:pt modelId="{01182911-3412-4740-8C42-5D0725C2FA6A}" type="sibTrans" cxnId="{24B2A25D-E0E4-A943-901A-03FF7C214D00}">
      <dgm:prSet/>
      <dgm:spPr/>
      <dgm:t>
        <a:bodyPr/>
        <a:lstStyle/>
        <a:p>
          <a:endParaRPr lang="pt-PT"/>
        </a:p>
      </dgm:t>
    </dgm:pt>
    <dgm:pt modelId="{E708039F-F1D6-ED40-B21E-A8B6F4A34C14}">
      <dgm:prSet phldrT="[Text]"/>
      <dgm:spPr/>
      <dgm:t>
        <a:bodyPr/>
        <a:lstStyle/>
        <a:p>
          <a:r>
            <a:rPr lang="pt-PT" dirty="0" err="1" smtClean="0"/>
            <a:t>Clicks</a:t>
          </a:r>
          <a:endParaRPr lang="pt-PT" dirty="0"/>
        </a:p>
      </dgm:t>
    </dgm:pt>
    <dgm:pt modelId="{5FBA86C6-5FE3-A442-B8CC-3521BAAEBAE0}" type="parTrans" cxnId="{2FD90855-CC9E-EA42-9A3C-FE045529D6EA}">
      <dgm:prSet/>
      <dgm:spPr/>
      <dgm:t>
        <a:bodyPr/>
        <a:lstStyle/>
        <a:p>
          <a:endParaRPr lang="pt-PT"/>
        </a:p>
      </dgm:t>
    </dgm:pt>
    <dgm:pt modelId="{E281BAE8-D0A5-EA42-8354-90CD7E926B20}" type="sibTrans" cxnId="{2FD90855-CC9E-EA42-9A3C-FE045529D6EA}">
      <dgm:prSet/>
      <dgm:spPr/>
      <dgm:t>
        <a:bodyPr/>
        <a:lstStyle/>
        <a:p>
          <a:endParaRPr lang="pt-PT"/>
        </a:p>
      </dgm:t>
    </dgm:pt>
    <dgm:pt modelId="{C27C15DE-5075-B141-97EA-186FCFA22181}">
      <dgm:prSet phldrT="[Text]"/>
      <dgm:spPr/>
      <dgm:t>
        <a:bodyPr/>
        <a:lstStyle/>
        <a:p>
          <a:r>
            <a:rPr lang="pt-PT" dirty="0" smtClean="0"/>
            <a:t>Sales</a:t>
          </a:r>
          <a:endParaRPr lang="pt-PT" dirty="0"/>
        </a:p>
      </dgm:t>
    </dgm:pt>
    <dgm:pt modelId="{F25C3CAB-389F-E648-AB56-0DA05CD8FE8E}" type="parTrans" cxnId="{43642455-B650-6A41-A5C4-3594C9A8EE18}">
      <dgm:prSet/>
      <dgm:spPr/>
      <dgm:t>
        <a:bodyPr/>
        <a:lstStyle/>
        <a:p>
          <a:endParaRPr lang="pt-PT"/>
        </a:p>
      </dgm:t>
    </dgm:pt>
    <dgm:pt modelId="{A3A001AE-CE12-F549-A034-51A0D6F4FB5F}" type="sibTrans" cxnId="{43642455-B650-6A41-A5C4-3594C9A8EE18}">
      <dgm:prSet/>
      <dgm:spPr/>
      <dgm:t>
        <a:bodyPr/>
        <a:lstStyle/>
        <a:p>
          <a:endParaRPr lang="pt-PT"/>
        </a:p>
      </dgm:t>
    </dgm:pt>
    <dgm:pt modelId="{50B72F6A-F41B-0843-890F-5305F4C843AD}">
      <dgm:prSet phldrT="[Text]"/>
      <dgm:spPr/>
      <dgm:t>
        <a:bodyPr/>
        <a:lstStyle/>
        <a:p>
          <a:r>
            <a:rPr lang="pt-PT" dirty="0" err="1" smtClean="0"/>
            <a:t>Bounces</a:t>
          </a:r>
          <a:endParaRPr lang="pt-PT" dirty="0"/>
        </a:p>
      </dgm:t>
    </dgm:pt>
    <dgm:pt modelId="{0CE0430E-2239-9D45-BBB3-5849400F4FF7}" type="parTrans" cxnId="{4A902C74-E330-694C-B95F-2530EADDE004}">
      <dgm:prSet/>
      <dgm:spPr/>
      <dgm:t>
        <a:bodyPr/>
        <a:lstStyle/>
        <a:p>
          <a:endParaRPr lang="pt-PT"/>
        </a:p>
      </dgm:t>
    </dgm:pt>
    <dgm:pt modelId="{6B2173A1-8C12-E24A-8457-3D489AA8664D}" type="sibTrans" cxnId="{4A902C74-E330-694C-B95F-2530EADDE004}">
      <dgm:prSet/>
      <dgm:spPr/>
      <dgm:t>
        <a:bodyPr/>
        <a:lstStyle/>
        <a:p>
          <a:endParaRPr lang="pt-PT"/>
        </a:p>
      </dgm:t>
    </dgm:pt>
    <dgm:pt modelId="{0C215B54-9B25-BD40-87BF-F1BFAAED2311}">
      <dgm:prSet phldrT="[Text]"/>
      <dgm:spPr/>
      <dgm:t>
        <a:bodyPr/>
        <a:lstStyle/>
        <a:p>
          <a:r>
            <a:rPr lang="pt-PT" dirty="0" err="1" smtClean="0"/>
            <a:t>Unsubscribes</a:t>
          </a:r>
          <a:endParaRPr lang="pt-PT" dirty="0"/>
        </a:p>
      </dgm:t>
    </dgm:pt>
    <dgm:pt modelId="{55EA1C54-FDAE-1443-ABEB-271B938812E7}" type="parTrans" cxnId="{DC685290-9728-9343-9D29-C94FEE84666A}">
      <dgm:prSet/>
      <dgm:spPr/>
      <dgm:t>
        <a:bodyPr/>
        <a:lstStyle/>
        <a:p>
          <a:endParaRPr lang="pt-PT"/>
        </a:p>
      </dgm:t>
    </dgm:pt>
    <dgm:pt modelId="{12FD2130-410B-D745-A177-677B49E7A7F8}" type="sibTrans" cxnId="{DC685290-9728-9343-9D29-C94FEE84666A}">
      <dgm:prSet/>
      <dgm:spPr/>
      <dgm:t>
        <a:bodyPr/>
        <a:lstStyle/>
        <a:p>
          <a:endParaRPr lang="pt-PT"/>
        </a:p>
      </dgm:t>
    </dgm:pt>
    <dgm:pt modelId="{2C3C9212-E3F9-104E-B831-26925DA2D7B7}">
      <dgm:prSet phldrT="[Text]"/>
      <dgm:spPr/>
      <dgm:t>
        <a:bodyPr/>
        <a:lstStyle/>
        <a:p>
          <a:r>
            <a:rPr lang="pt-PT" dirty="0" err="1" smtClean="0"/>
            <a:t>Add</a:t>
          </a:r>
          <a:r>
            <a:rPr lang="pt-PT" dirty="0" smtClean="0"/>
            <a:t> </a:t>
          </a:r>
          <a:r>
            <a:rPr lang="pt-PT" dirty="0" err="1" smtClean="0"/>
            <a:t>contact</a:t>
          </a:r>
          <a:endParaRPr lang="pt-PT" dirty="0"/>
        </a:p>
      </dgm:t>
    </dgm:pt>
    <dgm:pt modelId="{03C3710E-B6E4-4B4A-A652-7F23D5CE1122}" type="parTrans" cxnId="{8C7BEE79-7524-3642-8546-5A7EF2ACE9C9}">
      <dgm:prSet/>
      <dgm:spPr/>
      <dgm:t>
        <a:bodyPr/>
        <a:lstStyle/>
        <a:p>
          <a:endParaRPr lang="pt-PT"/>
        </a:p>
      </dgm:t>
    </dgm:pt>
    <dgm:pt modelId="{16500588-CAB5-3C4F-ADDF-E0276A3201B9}" type="sibTrans" cxnId="{8C7BEE79-7524-3642-8546-5A7EF2ACE9C9}">
      <dgm:prSet/>
      <dgm:spPr/>
      <dgm:t>
        <a:bodyPr/>
        <a:lstStyle/>
        <a:p>
          <a:endParaRPr lang="pt-PT"/>
        </a:p>
      </dgm:t>
    </dgm:pt>
    <dgm:pt modelId="{D5234CBB-BE5D-5543-A5C9-11263E9090CA}" type="pres">
      <dgm:prSet presAssocID="{F535026A-F1ED-4E40-9DBB-3C3721F0448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C7C30B2-0D6C-8C41-9B70-589CC65A36CF}" type="pres">
      <dgm:prSet presAssocID="{44150518-9DAE-0D45-BAB4-2548BB9508C9}" presName="hierRoot1" presStyleCnt="0">
        <dgm:presLayoutVars>
          <dgm:hierBranch/>
        </dgm:presLayoutVars>
      </dgm:prSet>
      <dgm:spPr/>
    </dgm:pt>
    <dgm:pt modelId="{1CBA868D-0E1C-E344-997C-ED44E85FB388}" type="pres">
      <dgm:prSet presAssocID="{44150518-9DAE-0D45-BAB4-2548BB9508C9}" presName="rootComposite1" presStyleCnt="0"/>
      <dgm:spPr/>
    </dgm:pt>
    <dgm:pt modelId="{A2665770-BE25-6D48-9625-80984C05B467}" type="pres">
      <dgm:prSet presAssocID="{44150518-9DAE-0D45-BAB4-2548BB9508C9}" presName="rootText1" presStyleLbl="node0" presStyleIdx="0" presStyleCnt="1" custLinFactX="-200000" custLinFactY="-6529" custLinFactNeighborX="-276004" custLinFactNeighborY="-10000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72538D55-B599-CF46-BBF1-3A709D2E5A11}" type="pres">
      <dgm:prSet presAssocID="{44150518-9DAE-0D45-BAB4-2548BB9508C9}" presName="rootConnector1" presStyleLbl="node1" presStyleIdx="0" presStyleCnt="0"/>
      <dgm:spPr/>
    </dgm:pt>
    <dgm:pt modelId="{3F8AB689-94D5-8C44-B899-9BBC6E6A5BD9}" type="pres">
      <dgm:prSet presAssocID="{44150518-9DAE-0D45-BAB4-2548BB9508C9}" presName="hierChild2" presStyleCnt="0"/>
      <dgm:spPr/>
    </dgm:pt>
    <dgm:pt modelId="{744518B7-6577-914E-91B7-A8B80C6F3A6B}" type="pres">
      <dgm:prSet presAssocID="{44150518-9DAE-0D45-BAB4-2548BB9508C9}" presName="hierChild3" presStyleCnt="0"/>
      <dgm:spPr/>
    </dgm:pt>
    <dgm:pt modelId="{D64F1337-3B65-5644-B064-BCFFDFF60DE3}" type="pres">
      <dgm:prSet presAssocID="{7A4D0E58-D017-AD48-852D-94DCE6447991}" presName="Name111" presStyleLbl="parChTrans1D2" presStyleIdx="0" presStyleCnt="1"/>
      <dgm:spPr/>
    </dgm:pt>
    <dgm:pt modelId="{9BEEAABE-442B-4842-9C4C-A43BC0A29F6C}" type="pres">
      <dgm:prSet presAssocID="{8973937F-27A6-0B47-A2E2-82381D6A74AC}" presName="hierRoot3" presStyleCnt="0">
        <dgm:presLayoutVars>
          <dgm:hierBranch/>
        </dgm:presLayoutVars>
      </dgm:prSet>
      <dgm:spPr/>
    </dgm:pt>
    <dgm:pt modelId="{96BBFE7B-8863-2A4B-AA15-B7ADA4CD3FFA}" type="pres">
      <dgm:prSet presAssocID="{8973937F-27A6-0B47-A2E2-82381D6A74AC}" presName="rootComposite3" presStyleCnt="0"/>
      <dgm:spPr/>
    </dgm:pt>
    <dgm:pt modelId="{C6F957DF-A5E0-DB4D-9EC1-A4CAA0821F53}" type="pres">
      <dgm:prSet presAssocID="{8973937F-27A6-0B47-A2E2-82381D6A74AC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44A47963-4BE3-714E-8A93-E2D3DB7A7F31}" type="pres">
      <dgm:prSet presAssocID="{8973937F-27A6-0B47-A2E2-82381D6A74AC}" presName="rootConnector3" presStyleLbl="asst1" presStyleIdx="0" presStyleCnt="1"/>
      <dgm:spPr/>
    </dgm:pt>
    <dgm:pt modelId="{AA1C8FF5-221B-3947-832C-592F26485427}" type="pres">
      <dgm:prSet presAssocID="{8973937F-27A6-0B47-A2E2-82381D6A74AC}" presName="hierChild6" presStyleCnt="0"/>
      <dgm:spPr/>
    </dgm:pt>
    <dgm:pt modelId="{1D2A24C0-CBC1-EE4D-A868-6352ADCA9F03}" type="pres">
      <dgm:prSet presAssocID="{7C86D65C-533D-A648-8034-451A2BD0D737}" presName="Name35" presStyleLbl="parChTrans1D3" presStyleIdx="0" presStyleCnt="2"/>
      <dgm:spPr/>
    </dgm:pt>
    <dgm:pt modelId="{009E257A-BFF2-524D-A6CE-5C2FF23116F6}" type="pres">
      <dgm:prSet presAssocID="{69B19B73-D49C-484E-AD18-DF6706B52EB5}" presName="hierRoot2" presStyleCnt="0">
        <dgm:presLayoutVars>
          <dgm:hierBranch/>
        </dgm:presLayoutVars>
      </dgm:prSet>
      <dgm:spPr/>
    </dgm:pt>
    <dgm:pt modelId="{B7A55A56-F80A-404C-9744-41D2783D5A20}" type="pres">
      <dgm:prSet presAssocID="{69B19B73-D49C-484E-AD18-DF6706B52EB5}" presName="rootComposite" presStyleCnt="0"/>
      <dgm:spPr/>
    </dgm:pt>
    <dgm:pt modelId="{68A8B4A8-2F7C-EE4D-A4A0-8E48B71E7B46}" type="pres">
      <dgm:prSet presAssocID="{69B19B73-D49C-484E-AD18-DF6706B52EB5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F903E146-56B2-3B47-91E7-12ADB455E2A5}" type="pres">
      <dgm:prSet presAssocID="{69B19B73-D49C-484E-AD18-DF6706B52EB5}" presName="rootConnector" presStyleLbl="node3" presStyleIdx="0" presStyleCnt="2"/>
      <dgm:spPr/>
    </dgm:pt>
    <dgm:pt modelId="{EEEA911C-CFD3-B342-B755-6E17D9DC6EA9}" type="pres">
      <dgm:prSet presAssocID="{69B19B73-D49C-484E-AD18-DF6706B52EB5}" presName="hierChild4" presStyleCnt="0"/>
      <dgm:spPr/>
    </dgm:pt>
    <dgm:pt modelId="{FFAD239A-DF88-0E43-8AA5-53E86FA0A897}" type="pres">
      <dgm:prSet presAssocID="{D5E5B20D-BA40-7243-BEAB-6F684F02F026}" presName="Name35" presStyleLbl="parChTrans1D4" presStyleIdx="0" presStyleCnt="10"/>
      <dgm:spPr/>
    </dgm:pt>
    <dgm:pt modelId="{B695DA11-3D32-ED43-919E-F05980A7C45B}" type="pres">
      <dgm:prSet presAssocID="{A4889AAC-3323-4549-9A76-FD02477211BD}" presName="hierRoot2" presStyleCnt="0">
        <dgm:presLayoutVars>
          <dgm:hierBranch/>
        </dgm:presLayoutVars>
      </dgm:prSet>
      <dgm:spPr/>
    </dgm:pt>
    <dgm:pt modelId="{7FB07800-66EA-3A4A-B79F-88E5C6DE9D1C}" type="pres">
      <dgm:prSet presAssocID="{A4889AAC-3323-4549-9A76-FD02477211BD}" presName="rootComposite" presStyleCnt="0"/>
      <dgm:spPr/>
    </dgm:pt>
    <dgm:pt modelId="{6CBED985-85CB-C34A-B6B2-60A34B49F57C}" type="pres">
      <dgm:prSet presAssocID="{A4889AAC-3323-4549-9A76-FD02477211BD}" presName="rootText" presStyleLbl="node4" presStyleIdx="0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7000B66F-54F3-4A4E-961E-C03253AFC0AF}" type="pres">
      <dgm:prSet presAssocID="{A4889AAC-3323-4549-9A76-FD02477211BD}" presName="rootConnector" presStyleLbl="node4" presStyleIdx="0" presStyleCnt="10"/>
      <dgm:spPr/>
    </dgm:pt>
    <dgm:pt modelId="{1B387E5C-187E-274D-922F-4BE3C820673B}" type="pres">
      <dgm:prSet presAssocID="{A4889AAC-3323-4549-9A76-FD02477211BD}" presName="hierChild4" presStyleCnt="0"/>
      <dgm:spPr/>
    </dgm:pt>
    <dgm:pt modelId="{0C29EB28-F357-F647-8DA0-96C2827CE432}" type="pres">
      <dgm:prSet presAssocID="{A4889AAC-3323-4549-9A76-FD02477211BD}" presName="hierChild5" presStyleCnt="0"/>
      <dgm:spPr/>
    </dgm:pt>
    <dgm:pt modelId="{029B83C9-457C-FF4B-A285-9779D3379AF9}" type="pres">
      <dgm:prSet presAssocID="{69B19B73-D49C-484E-AD18-DF6706B52EB5}" presName="hierChild5" presStyleCnt="0"/>
      <dgm:spPr/>
    </dgm:pt>
    <dgm:pt modelId="{D5B9584D-9F0F-3343-A773-EB3D35AAB7B9}" type="pres">
      <dgm:prSet presAssocID="{C4130F32-A6BF-534E-BD84-F1A910CDE083}" presName="Name35" presStyleLbl="parChTrans1D3" presStyleIdx="1" presStyleCnt="2"/>
      <dgm:spPr/>
    </dgm:pt>
    <dgm:pt modelId="{0DB13CB5-B626-F644-A689-E85B1B9FC24E}" type="pres">
      <dgm:prSet presAssocID="{54CDC1ED-A830-144F-923B-5222CB26BF32}" presName="hierRoot2" presStyleCnt="0">
        <dgm:presLayoutVars>
          <dgm:hierBranch/>
        </dgm:presLayoutVars>
      </dgm:prSet>
      <dgm:spPr/>
    </dgm:pt>
    <dgm:pt modelId="{4F9D1280-97FF-3A48-A0B6-F907C43A2BF4}" type="pres">
      <dgm:prSet presAssocID="{54CDC1ED-A830-144F-923B-5222CB26BF32}" presName="rootComposite" presStyleCnt="0"/>
      <dgm:spPr/>
    </dgm:pt>
    <dgm:pt modelId="{E8C4239E-C441-074E-88CB-537BAC1C2467}" type="pres">
      <dgm:prSet presAssocID="{54CDC1ED-A830-144F-923B-5222CB26BF32}" presName="rootText" presStyleLbl="node3" presStyleIdx="1" presStyleCnt="2">
        <dgm:presLayoutVars>
          <dgm:chPref val="3"/>
        </dgm:presLayoutVars>
      </dgm:prSet>
      <dgm:spPr/>
    </dgm:pt>
    <dgm:pt modelId="{96B9C7C0-D89C-8445-B024-95227509D14A}" type="pres">
      <dgm:prSet presAssocID="{54CDC1ED-A830-144F-923B-5222CB26BF32}" presName="rootConnector" presStyleLbl="node3" presStyleIdx="1" presStyleCnt="2"/>
      <dgm:spPr/>
    </dgm:pt>
    <dgm:pt modelId="{9FF18100-5E7A-9F4A-87FE-FCFBD657CE8B}" type="pres">
      <dgm:prSet presAssocID="{54CDC1ED-A830-144F-923B-5222CB26BF32}" presName="hierChild4" presStyleCnt="0"/>
      <dgm:spPr/>
    </dgm:pt>
    <dgm:pt modelId="{92B5C9F0-7AD4-0245-A944-3864A0EA7B8C}" type="pres">
      <dgm:prSet presAssocID="{9402E124-3F1B-F44E-BBAD-610A14B78C27}" presName="Name35" presStyleLbl="parChTrans1D4" presStyleIdx="1" presStyleCnt="10"/>
      <dgm:spPr/>
    </dgm:pt>
    <dgm:pt modelId="{ED3481DE-41D5-924E-830D-A13FC6CF1237}" type="pres">
      <dgm:prSet presAssocID="{54B1D95D-D3E9-7342-A14A-B5C5111FB831}" presName="hierRoot2" presStyleCnt="0">
        <dgm:presLayoutVars>
          <dgm:hierBranch/>
        </dgm:presLayoutVars>
      </dgm:prSet>
      <dgm:spPr/>
    </dgm:pt>
    <dgm:pt modelId="{82D27A34-F463-5443-8CC0-66E53760CDDF}" type="pres">
      <dgm:prSet presAssocID="{54B1D95D-D3E9-7342-A14A-B5C5111FB831}" presName="rootComposite" presStyleCnt="0"/>
      <dgm:spPr/>
    </dgm:pt>
    <dgm:pt modelId="{BF6CB353-3127-0B47-8F4F-0ED627C7A979}" type="pres">
      <dgm:prSet presAssocID="{54B1D95D-D3E9-7342-A14A-B5C5111FB831}" presName="rootText" presStyleLbl="node4" presStyleIdx="1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6E8A3AD4-0F1B-1245-83BB-984791950EF9}" type="pres">
      <dgm:prSet presAssocID="{54B1D95D-D3E9-7342-A14A-B5C5111FB831}" presName="rootConnector" presStyleLbl="node4" presStyleIdx="1" presStyleCnt="10"/>
      <dgm:spPr/>
    </dgm:pt>
    <dgm:pt modelId="{CCC3C0C7-3D7D-C44A-92F3-2865F83F6316}" type="pres">
      <dgm:prSet presAssocID="{54B1D95D-D3E9-7342-A14A-B5C5111FB831}" presName="hierChild4" presStyleCnt="0"/>
      <dgm:spPr/>
    </dgm:pt>
    <dgm:pt modelId="{A4D3920E-33D8-9745-AD71-AD6B10F1CBA3}" type="pres">
      <dgm:prSet presAssocID="{D2498634-BE51-AD47-A96B-FB75FE65E64B}" presName="Name35" presStyleLbl="parChTrans1D4" presStyleIdx="2" presStyleCnt="10"/>
      <dgm:spPr/>
    </dgm:pt>
    <dgm:pt modelId="{FB05C61A-CB76-0A4E-A742-AE6AB094AE8F}" type="pres">
      <dgm:prSet presAssocID="{13949EEB-F932-0446-A963-DF3851BCF940}" presName="hierRoot2" presStyleCnt="0">
        <dgm:presLayoutVars>
          <dgm:hierBranch/>
        </dgm:presLayoutVars>
      </dgm:prSet>
      <dgm:spPr/>
    </dgm:pt>
    <dgm:pt modelId="{A9F17569-E58F-3649-8664-33932296C551}" type="pres">
      <dgm:prSet presAssocID="{13949EEB-F932-0446-A963-DF3851BCF940}" presName="rootComposite" presStyleCnt="0"/>
      <dgm:spPr/>
    </dgm:pt>
    <dgm:pt modelId="{6875456C-4400-B440-BADA-6717B07AA85E}" type="pres">
      <dgm:prSet presAssocID="{13949EEB-F932-0446-A963-DF3851BCF940}" presName="rootText" presStyleLbl="node4" presStyleIdx="2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CB83D190-CBD5-9944-A23F-7A3692B1F451}" type="pres">
      <dgm:prSet presAssocID="{13949EEB-F932-0446-A963-DF3851BCF940}" presName="rootConnector" presStyleLbl="node4" presStyleIdx="2" presStyleCnt="10"/>
      <dgm:spPr/>
    </dgm:pt>
    <dgm:pt modelId="{47A75FD7-C6B1-2844-BCDB-264E678E01EB}" type="pres">
      <dgm:prSet presAssocID="{13949EEB-F932-0446-A963-DF3851BCF940}" presName="hierChild4" presStyleCnt="0"/>
      <dgm:spPr/>
    </dgm:pt>
    <dgm:pt modelId="{D1BBBAE7-02B6-DA4E-887B-3A1049C98866}" type="pres">
      <dgm:prSet presAssocID="{13949EEB-F932-0446-A963-DF3851BCF940}" presName="hierChild5" presStyleCnt="0"/>
      <dgm:spPr/>
    </dgm:pt>
    <dgm:pt modelId="{89657186-7B85-D243-B312-457450989F12}" type="pres">
      <dgm:prSet presAssocID="{51FDAF1F-E773-E340-8498-8279A37CCF38}" presName="Name35" presStyleLbl="parChTrans1D4" presStyleIdx="3" presStyleCnt="10"/>
      <dgm:spPr/>
    </dgm:pt>
    <dgm:pt modelId="{65599180-ACA9-144B-A47D-3A1CB02BEEC7}" type="pres">
      <dgm:prSet presAssocID="{A251AE9A-D248-9040-A935-B5B1A0EA2E74}" presName="hierRoot2" presStyleCnt="0">
        <dgm:presLayoutVars>
          <dgm:hierBranch/>
        </dgm:presLayoutVars>
      </dgm:prSet>
      <dgm:spPr/>
    </dgm:pt>
    <dgm:pt modelId="{CC268203-E603-4340-9A9C-7C0D9AEF1EA3}" type="pres">
      <dgm:prSet presAssocID="{A251AE9A-D248-9040-A935-B5B1A0EA2E74}" presName="rootComposite" presStyleCnt="0"/>
      <dgm:spPr/>
    </dgm:pt>
    <dgm:pt modelId="{DD6B5944-E157-4D4A-A1E5-14EE65544E14}" type="pres">
      <dgm:prSet presAssocID="{A251AE9A-D248-9040-A935-B5B1A0EA2E74}" presName="rootText" presStyleLbl="node4" presStyleIdx="3" presStyleCnt="10">
        <dgm:presLayoutVars>
          <dgm:chPref val="3"/>
        </dgm:presLayoutVars>
      </dgm:prSet>
      <dgm:spPr/>
    </dgm:pt>
    <dgm:pt modelId="{14914708-5585-B24B-AF67-A9CACD545B9F}" type="pres">
      <dgm:prSet presAssocID="{A251AE9A-D248-9040-A935-B5B1A0EA2E74}" presName="rootConnector" presStyleLbl="node4" presStyleIdx="3" presStyleCnt="10"/>
      <dgm:spPr/>
    </dgm:pt>
    <dgm:pt modelId="{D6245173-4463-4943-935B-B77E62C406CE}" type="pres">
      <dgm:prSet presAssocID="{A251AE9A-D248-9040-A935-B5B1A0EA2E74}" presName="hierChild4" presStyleCnt="0"/>
      <dgm:spPr/>
    </dgm:pt>
    <dgm:pt modelId="{4489D98D-D340-5543-88C9-6069676D9F5F}" type="pres">
      <dgm:prSet presAssocID="{A251AE9A-D248-9040-A935-B5B1A0EA2E74}" presName="hierChild5" presStyleCnt="0"/>
      <dgm:spPr/>
    </dgm:pt>
    <dgm:pt modelId="{6D2ADF25-453F-1942-B6F1-88F8E5F4672F}" type="pres">
      <dgm:prSet presAssocID="{5FBA86C6-5FE3-A442-B8CC-3521BAAEBAE0}" presName="Name35" presStyleLbl="parChTrans1D4" presStyleIdx="4" presStyleCnt="10"/>
      <dgm:spPr/>
    </dgm:pt>
    <dgm:pt modelId="{05C05614-402A-2744-95DF-97526E94050A}" type="pres">
      <dgm:prSet presAssocID="{E708039F-F1D6-ED40-B21E-A8B6F4A34C14}" presName="hierRoot2" presStyleCnt="0">
        <dgm:presLayoutVars>
          <dgm:hierBranch/>
        </dgm:presLayoutVars>
      </dgm:prSet>
      <dgm:spPr/>
    </dgm:pt>
    <dgm:pt modelId="{E56A3D2A-68E8-324E-8C7A-91B8959E2F5B}" type="pres">
      <dgm:prSet presAssocID="{E708039F-F1D6-ED40-B21E-A8B6F4A34C14}" presName="rootComposite" presStyleCnt="0"/>
      <dgm:spPr/>
    </dgm:pt>
    <dgm:pt modelId="{5E9B10FE-CC89-BC46-BAA1-411ED6B6101D}" type="pres">
      <dgm:prSet presAssocID="{E708039F-F1D6-ED40-B21E-A8B6F4A34C14}" presName="rootText" presStyleLbl="node4" presStyleIdx="4" presStyleCnt="10">
        <dgm:presLayoutVars>
          <dgm:chPref val="3"/>
        </dgm:presLayoutVars>
      </dgm:prSet>
      <dgm:spPr/>
    </dgm:pt>
    <dgm:pt modelId="{690B7C47-AFDC-3845-B265-EF9172D30262}" type="pres">
      <dgm:prSet presAssocID="{E708039F-F1D6-ED40-B21E-A8B6F4A34C14}" presName="rootConnector" presStyleLbl="node4" presStyleIdx="4" presStyleCnt="10"/>
      <dgm:spPr/>
    </dgm:pt>
    <dgm:pt modelId="{D47E3783-137E-DF4F-94C2-0475F483124A}" type="pres">
      <dgm:prSet presAssocID="{E708039F-F1D6-ED40-B21E-A8B6F4A34C14}" presName="hierChild4" presStyleCnt="0"/>
      <dgm:spPr/>
    </dgm:pt>
    <dgm:pt modelId="{15C97815-8FB6-1441-B2C5-CC8C7C484DFC}" type="pres">
      <dgm:prSet presAssocID="{E708039F-F1D6-ED40-B21E-A8B6F4A34C14}" presName="hierChild5" presStyleCnt="0"/>
      <dgm:spPr/>
    </dgm:pt>
    <dgm:pt modelId="{96F70DD0-5DDF-2345-8889-BCDFC8D8BE3D}" type="pres">
      <dgm:prSet presAssocID="{F25C3CAB-389F-E648-AB56-0DA05CD8FE8E}" presName="Name35" presStyleLbl="parChTrans1D4" presStyleIdx="5" presStyleCnt="10"/>
      <dgm:spPr/>
    </dgm:pt>
    <dgm:pt modelId="{4949FEBD-2A15-A340-A42A-E2077ADDC5EF}" type="pres">
      <dgm:prSet presAssocID="{C27C15DE-5075-B141-97EA-186FCFA22181}" presName="hierRoot2" presStyleCnt="0">
        <dgm:presLayoutVars>
          <dgm:hierBranch/>
        </dgm:presLayoutVars>
      </dgm:prSet>
      <dgm:spPr/>
    </dgm:pt>
    <dgm:pt modelId="{01EE152D-08A0-2C4B-9FAC-143C045B8925}" type="pres">
      <dgm:prSet presAssocID="{C27C15DE-5075-B141-97EA-186FCFA22181}" presName="rootComposite" presStyleCnt="0"/>
      <dgm:spPr/>
    </dgm:pt>
    <dgm:pt modelId="{B494D7EE-0D7E-A745-9614-03ABEEAD1492}" type="pres">
      <dgm:prSet presAssocID="{C27C15DE-5075-B141-97EA-186FCFA22181}" presName="rootText" presStyleLbl="node4" presStyleIdx="5" presStyleCnt="10">
        <dgm:presLayoutVars>
          <dgm:chPref val="3"/>
        </dgm:presLayoutVars>
      </dgm:prSet>
      <dgm:spPr/>
    </dgm:pt>
    <dgm:pt modelId="{C121CA7D-A194-9B4F-8930-BAB08DB68639}" type="pres">
      <dgm:prSet presAssocID="{C27C15DE-5075-B141-97EA-186FCFA22181}" presName="rootConnector" presStyleLbl="node4" presStyleIdx="5" presStyleCnt="10"/>
      <dgm:spPr/>
    </dgm:pt>
    <dgm:pt modelId="{5FFBECDB-DE45-914F-8381-CBD71BD21D85}" type="pres">
      <dgm:prSet presAssocID="{C27C15DE-5075-B141-97EA-186FCFA22181}" presName="hierChild4" presStyleCnt="0"/>
      <dgm:spPr/>
    </dgm:pt>
    <dgm:pt modelId="{D34AD0CF-B930-974D-B139-B95C2EB5FBC2}" type="pres">
      <dgm:prSet presAssocID="{C27C15DE-5075-B141-97EA-186FCFA22181}" presName="hierChild5" presStyleCnt="0"/>
      <dgm:spPr/>
    </dgm:pt>
    <dgm:pt modelId="{99DA085D-52A1-334E-B384-AF7E90961234}" type="pres">
      <dgm:prSet presAssocID="{0CE0430E-2239-9D45-BBB3-5849400F4FF7}" presName="Name35" presStyleLbl="parChTrans1D4" presStyleIdx="6" presStyleCnt="10"/>
      <dgm:spPr/>
    </dgm:pt>
    <dgm:pt modelId="{B0629E9E-ABC6-A540-8A1B-D2107860B161}" type="pres">
      <dgm:prSet presAssocID="{50B72F6A-F41B-0843-890F-5305F4C843AD}" presName="hierRoot2" presStyleCnt="0">
        <dgm:presLayoutVars>
          <dgm:hierBranch/>
        </dgm:presLayoutVars>
      </dgm:prSet>
      <dgm:spPr/>
    </dgm:pt>
    <dgm:pt modelId="{BD47AA56-47E6-9C46-A498-C60CBED810C6}" type="pres">
      <dgm:prSet presAssocID="{50B72F6A-F41B-0843-890F-5305F4C843AD}" presName="rootComposite" presStyleCnt="0"/>
      <dgm:spPr/>
    </dgm:pt>
    <dgm:pt modelId="{2B6499C8-5626-2F4F-A4B1-7FE12BE244F0}" type="pres">
      <dgm:prSet presAssocID="{50B72F6A-F41B-0843-890F-5305F4C843AD}" presName="rootText" presStyleLbl="node4" presStyleIdx="6" presStyleCnt="10">
        <dgm:presLayoutVars>
          <dgm:chPref val="3"/>
        </dgm:presLayoutVars>
      </dgm:prSet>
      <dgm:spPr/>
    </dgm:pt>
    <dgm:pt modelId="{CDCFBB89-10EC-9A44-9418-93B963B0E2D8}" type="pres">
      <dgm:prSet presAssocID="{50B72F6A-F41B-0843-890F-5305F4C843AD}" presName="rootConnector" presStyleLbl="node4" presStyleIdx="6" presStyleCnt="10"/>
      <dgm:spPr/>
    </dgm:pt>
    <dgm:pt modelId="{30F93C30-A957-2948-8FB5-4CC291FD7E64}" type="pres">
      <dgm:prSet presAssocID="{50B72F6A-F41B-0843-890F-5305F4C843AD}" presName="hierChild4" presStyleCnt="0"/>
      <dgm:spPr/>
    </dgm:pt>
    <dgm:pt modelId="{D2B9E204-7E0B-C645-8098-D3C904FCC10D}" type="pres">
      <dgm:prSet presAssocID="{50B72F6A-F41B-0843-890F-5305F4C843AD}" presName="hierChild5" presStyleCnt="0"/>
      <dgm:spPr/>
    </dgm:pt>
    <dgm:pt modelId="{A62D5F78-3E80-BD49-8F05-C12090FC439A}" type="pres">
      <dgm:prSet presAssocID="{55EA1C54-FDAE-1443-ABEB-271B938812E7}" presName="Name35" presStyleLbl="parChTrans1D4" presStyleIdx="7" presStyleCnt="10"/>
      <dgm:spPr/>
    </dgm:pt>
    <dgm:pt modelId="{4A17038D-8A1B-224D-AFF4-5F249E536F3F}" type="pres">
      <dgm:prSet presAssocID="{0C215B54-9B25-BD40-87BF-F1BFAAED2311}" presName="hierRoot2" presStyleCnt="0">
        <dgm:presLayoutVars>
          <dgm:hierBranch/>
        </dgm:presLayoutVars>
      </dgm:prSet>
      <dgm:spPr/>
    </dgm:pt>
    <dgm:pt modelId="{DF978703-6020-5442-825D-2A21C6D8BA33}" type="pres">
      <dgm:prSet presAssocID="{0C215B54-9B25-BD40-87BF-F1BFAAED2311}" presName="rootComposite" presStyleCnt="0"/>
      <dgm:spPr/>
    </dgm:pt>
    <dgm:pt modelId="{AF9092AB-ABF2-8A42-AAF7-0085A4CE284F}" type="pres">
      <dgm:prSet presAssocID="{0C215B54-9B25-BD40-87BF-F1BFAAED2311}" presName="rootText" presStyleLbl="node4" presStyleIdx="7" presStyleCnt="10">
        <dgm:presLayoutVars>
          <dgm:chPref val="3"/>
        </dgm:presLayoutVars>
      </dgm:prSet>
      <dgm:spPr/>
    </dgm:pt>
    <dgm:pt modelId="{CE75881C-0F8C-3E4B-AD65-D1477BA81321}" type="pres">
      <dgm:prSet presAssocID="{0C215B54-9B25-BD40-87BF-F1BFAAED2311}" presName="rootConnector" presStyleLbl="node4" presStyleIdx="7" presStyleCnt="10"/>
      <dgm:spPr/>
    </dgm:pt>
    <dgm:pt modelId="{D1992D7B-C971-0C4C-9035-37A39D64666A}" type="pres">
      <dgm:prSet presAssocID="{0C215B54-9B25-BD40-87BF-F1BFAAED2311}" presName="hierChild4" presStyleCnt="0"/>
      <dgm:spPr/>
    </dgm:pt>
    <dgm:pt modelId="{19CDF2BB-F82B-B042-B389-6ED164FF7C9F}" type="pres">
      <dgm:prSet presAssocID="{0C215B54-9B25-BD40-87BF-F1BFAAED2311}" presName="hierChild5" presStyleCnt="0"/>
      <dgm:spPr/>
    </dgm:pt>
    <dgm:pt modelId="{80E8D0B9-7334-9E4B-ACBA-7DF4331414FA}" type="pres">
      <dgm:prSet presAssocID="{03C3710E-B6E4-4B4A-A652-7F23D5CE1122}" presName="Name35" presStyleLbl="parChTrans1D4" presStyleIdx="8" presStyleCnt="10"/>
      <dgm:spPr/>
    </dgm:pt>
    <dgm:pt modelId="{1735BAE8-63B3-184B-85AB-A7A0E20521A8}" type="pres">
      <dgm:prSet presAssocID="{2C3C9212-E3F9-104E-B831-26925DA2D7B7}" presName="hierRoot2" presStyleCnt="0">
        <dgm:presLayoutVars>
          <dgm:hierBranch/>
        </dgm:presLayoutVars>
      </dgm:prSet>
      <dgm:spPr/>
    </dgm:pt>
    <dgm:pt modelId="{E1795D3F-DDF6-3E46-97D5-7CA51CE312BB}" type="pres">
      <dgm:prSet presAssocID="{2C3C9212-E3F9-104E-B831-26925DA2D7B7}" presName="rootComposite" presStyleCnt="0"/>
      <dgm:spPr/>
    </dgm:pt>
    <dgm:pt modelId="{CB880214-0950-6348-9729-797A65657590}" type="pres">
      <dgm:prSet presAssocID="{2C3C9212-E3F9-104E-B831-26925DA2D7B7}" presName="rootText" presStyleLbl="node4" presStyleIdx="8" presStyleCnt="10">
        <dgm:presLayoutVars>
          <dgm:chPref val="3"/>
        </dgm:presLayoutVars>
      </dgm:prSet>
      <dgm:spPr/>
    </dgm:pt>
    <dgm:pt modelId="{A9814B90-0241-C94F-88CC-F2F77B9EB3CF}" type="pres">
      <dgm:prSet presAssocID="{2C3C9212-E3F9-104E-B831-26925DA2D7B7}" presName="rootConnector" presStyleLbl="node4" presStyleIdx="8" presStyleCnt="10"/>
      <dgm:spPr/>
    </dgm:pt>
    <dgm:pt modelId="{A36C698F-4D62-224E-9D3A-17D43BE1A886}" type="pres">
      <dgm:prSet presAssocID="{2C3C9212-E3F9-104E-B831-26925DA2D7B7}" presName="hierChild4" presStyleCnt="0"/>
      <dgm:spPr/>
    </dgm:pt>
    <dgm:pt modelId="{EA4A4954-D77A-6E44-B667-A5FD3C3941FA}" type="pres">
      <dgm:prSet presAssocID="{2C3C9212-E3F9-104E-B831-26925DA2D7B7}" presName="hierChild5" presStyleCnt="0"/>
      <dgm:spPr/>
    </dgm:pt>
    <dgm:pt modelId="{FBC6076A-D0BB-F844-A06E-B54FEA200516}" type="pres">
      <dgm:prSet presAssocID="{54B1D95D-D3E9-7342-A14A-B5C5111FB831}" presName="hierChild5" presStyleCnt="0"/>
      <dgm:spPr/>
    </dgm:pt>
    <dgm:pt modelId="{0F314360-DCCA-F742-9366-8A5806F6B79D}" type="pres">
      <dgm:prSet presAssocID="{205154A8-8C62-E04B-8715-D0BD7A339849}" presName="Name35" presStyleLbl="parChTrans1D4" presStyleIdx="9" presStyleCnt="10"/>
      <dgm:spPr/>
    </dgm:pt>
    <dgm:pt modelId="{AFBAD5C7-2C1F-CD44-95F0-CB1F8FC6641E}" type="pres">
      <dgm:prSet presAssocID="{AE8BC095-4B23-4B4F-B6FF-5BC120DA4EF5}" presName="hierRoot2" presStyleCnt="0">
        <dgm:presLayoutVars>
          <dgm:hierBranch/>
        </dgm:presLayoutVars>
      </dgm:prSet>
      <dgm:spPr/>
    </dgm:pt>
    <dgm:pt modelId="{B3654432-6529-3549-9549-032FBCC0FD01}" type="pres">
      <dgm:prSet presAssocID="{AE8BC095-4B23-4B4F-B6FF-5BC120DA4EF5}" presName="rootComposite" presStyleCnt="0"/>
      <dgm:spPr/>
    </dgm:pt>
    <dgm:pt modelId="{3501420B-4A26-E14A-A57F-7152E56CE737}" type="pres">
      <dgm:prSet presAssocID="{AE8BC095-4B23-4B4F-B6FF-5BC120DA4EF5}" presName="rootText" presStyleLbl="node4" presStyleIdx="9" presStyleCnt="10">
        <dgm:presLayoutVars>
          <dgm:chPref val="3"/>
        </dgm:presLayoutVars>
      </dgm:prSet>
      <dgm:spPr/>
      <dgm:t>
        <a:bodyPr/>
        <a:lstStyle/>
        <a:p>
          <a:endParaRPr lang="pt-PT"/>
        </a:p>
      </dgm:t>
    </dgm:pt>
    <dgm:pt modelId="{8F11F73F-0F27-8149-8DBA-AD2CEE933130}" type="pres">
      <dgm:prSet presAssocID="{AE8BC095-4B23-4B4F-B6FF-5BC120DA4EF5}" presName="rootConnector" presStyleLbl="node4" presStyleIdx="9" presStyleCnt="10"/>
      <dgm:spPr/>
    </dgm:pt>
    <dgm:pt modelId="{685EACA1-CA57-6C4E-99D3-A1315C92DED0}" type="pres">
      <dgm:prSet presAssocID="{AE8BC095-4B23-4B4F-B6FF-5BC120DA4EF5}" presName="hierChild4" presStyleCnt="0"/>
      <dgm:spPr/>
    </dgm:pt>
    <dgm:pt modelId="{6C5BC7AD-7321-A747-B2FF-91DFAD0F9EEC}" type="pres">
      <dgm:prSet presAssocID="{AE8BC095-4B23-4B4F-B6FF-5BC120DA4EF5}" presName="hierChild5" presStyleCnt="0"/>
      <dgm:spPr/>
    </dgm:pt>
    <dgm:pt modelId="{BA2BC982-BE55-4446-BA51-C0862EBC7EFD}" type="pres">
      <dgm:prSet presAssocID="{54CDC1ED-A830-144F-923B-5222CB26BF32}" presName="hierChild5" presStyleCnt="0"/>
      <dgm:spPr/>
    </dgm:pt>
    <dgm:pt modelId="{1903AEA8-9A85-3D4B-AB14-1C18C18ADE98}" type="pres">
      <dgm:prSet presAssocID="{8973937F-27A6-0B47-A2E2-82381D6A74AC}" presName="hierChild7" presStyleCnt="0"/>
      <dgm:spPr/>
    </dgm:pt>
  </dgm:ptLst>
  <dgm:cxnLst>
    <dgm:cxn modelId="{CD6F34E0-1588-3A47-B33F-EBC0506C1B25}" srcId="{54CDC1ED-A830-144F-923B-5222CB26BF32}" destId="{54B1D95D-D3E9-7342-A14A-B5C5111FB831}" srcOrd="0" destOrd="0" parTransId="{9402E124-3F1B-F44E-BBAD-610A14B78C27}" sibTransId="{61E7A8C1-7D82-4549-B56B-4DB61EC50214}"/>
    <dgm:cxn modelId="{5E10A7BB-06E5-3047-BDDE-0B240752D355}" type="presOf" srcId="{54B1D95D-D3E9-7342-A14A-B5C5111FB831}" destId="{BF6CB353-3127-0B47-8F4F-0ED627C7A979}" srcOrd="0" destOrd="0" presId="urn:microsoft.com/office/officeart/2005/8/layout/orgChart1"/>
    <dgm:cxn modelId="{300B407B-2725-DC44-B476-3CB36550517F}" type="presOf" srcId="{F25C3CAB-389F-E648-AB56-0DA05CD8FE8E}" destId="{96F70DD0-5DDF-2345-8889-BCDFC8D8BE3D}" srcOrd="0" destOrd="0" presId="urn:microsoft.com/office/officeart/2005/8/layout/orgChart1"/>
    <dgm:cxn modelId="{D15D3FA4-2F52-9942-A697-FD50B781D672}" type="presOf" srcId="{13949EEB-F932-0446-A963-DF3851BCF940}" destId="{6875456C-4400-B440-BADA-6717B07AA85E}" srcOrd="0" destOrd="0" presId="urn:microsoft.com/office/officeart/2005/8/layout/orgChart1"/>
    <dgm:cxn modelId="{6BB3E14F-536D-9346-8AC0-1559D340A146}" type="presOf" srcId="{205154A8-8C62-E04B-8715-D0BD7A339849}" destId="{0F314360-DCCA-F742-9366-8A5806F6B79D}" srcOrd="0" destOrd="0" presId="urn:microsoft.com/office/officeart/2005/8/layout/orgChart1"/>
    <dgm:cxn modelId="{B89424DB-C101-AB47-B95B-A6A15C73EF51}" srcId="{44150518-9DAE-0D45-BAB4-2548BB9508C9}" destId="{8973937F-27A6-0B47-A2E2-82381D6A74AC}" srcOrd="0" destOrd="0" parTransId="{7A4D0E58-D017-AD48-852D-94DCE6447991}" sibTransId="{529FC398-4DA7-6B44-BC4D-AA0B5CAEE3D7}"/>
    <dgm:cxn modelId="{24B2A25D-E0E4-A943-901A-03FF7C214D00}" srcId="{54B1D95D-D3E9-7342-A14A-B5C5111FB831}" destId="{A251AE9A-D248-9040-A935-B5B1A0EA2E74}" srcOrd="1" destOrd="0" parTransId="{51FDAF1F-E773-E340-8498-8279A37CCF38}" sibTransId="{01182911-3412-4740-8C42-5D0725C2FA6A}"/>
    <dgm:cxn modelId="{E47D9B02-AAAF-EB48-869A-3E1693F0434D}" type="presOf" srcId="{03C3710E-B6E4-4B4A-A652-7F23D5CE1122}" destId="{80E8D0B9-7334-9E4B-ACBA-7DF4331414FA}" srcOrd="0" destOrd="0" presId="urn:microsoft.com/office/officeart/2005/8/layout/orgChart1"/>
    <dgm:cxn modelId="{8D4A74F7-345E-144B-9A72-76E44AEC733F}" type="presOf" srcId="{50B72F6A-F41B-0843-890F-5305F4C843AD}" destId="{2B6499C8-5626-2F4F-A4B1-7FE12BE244F0}" srcOrd="0" destOrd="0" presId="urn:microsoft.com/office/officeart/2005/8/layout/orgChart1"/>
    <dgm:cxn modelId="{0A7481F2-8EA1-5A48-9B89-EF7D93E45863}" type="presOf" srcId="{AE8BC095-4B23-4B4F-B6FF-5BC120DA4EF5}" destId="{8F11F73F-0F27-8149-8DBA-AD2CEE933130}" srcOrd="1" destOrd="0" presId="urn:microsoft.com/office/officeart/2005/8/layout/orgChart1"/>
    <dgm:cxn modelId="{C6787594-B22E-2645-80F7-6FB1188438A2}" type="presOf" srcId="{C4130F32-A6BF-534E-BD84-F1A910CDE083}" destId="{D5B9584D-9F0F-3343-A773-EB3D35AAB7B9}" srcOrd="0" destOrd="0" presId="urn:microsoft.com/office/officeart/2005/8/layout/orgChart1"/>
    <dgm:cxn modelId="{DC685290-9728-9343-9D29-C94FEE84666A}" srcId="{54B1D95D-D3E9-7342-A14A-B5C5111FB831}" destId="{0C215B54-9B25-BD40-87BF-F1BFAAED2311}" srcOrd="5" destOrd="0" parTransId="{55EA1C54-FDAE-1443-ABEB-271B938812E7}" sibTransId="{12FD2130-410B-D745-A177-677B49E7A7F8}"/>
    <dgm:cxn modelId="{61EE1350-97FC-334E-8955-3A88BFDD17AD}" type="presOf" srcId="{D2498634-BE51-AD47-A96B-FB75FE65E64B}" destId="{A4D3920E-33D8-9745-AD71-AD6B10F1CBA3}" srcOrd="0" destOrd="0" presId="urn:microsoft.com/office/officeart/2005/8/layout/orgChart1"/>
    <dgm:cxn modelId="{6F2BED33-3450-664A-A774-9D88C7AB21B7}" type="presOf" srcId="{44150518-9DAE-0D45-BAB4-2548BB9508C9}" destId="{72538D55-B599-CF46-BBF1-3A709D2E5A11}" srcOrd="1" destOrd="0" presId="urn:microsoft.com/office/officeart/2005/8/layout/orgChart1"/>
    <dgm:cxn modelId="{AD999E49-4C5E-BD48-96D2-2C9BA263EB8A}" type="presOf" srcId="{54CDC1ED-A830-144F-923B-5222CB26BF32}" destId="{96B9C7C0-D89C-8445-B024-95227509D14A}" srcOrd="1" destOrd="0" presId="urn:microsoft.com/office/officeart/2005/8/layout/orgChart1"/>
    <dgm:cxn modelId="{43642455-B650-6A41-A5C4-3594C9A8EE18}" srcId="{54B1D95D-D3E9-7342-A14A-B5C5111FB831}" destId="{C27C15DE-5075-B141-97EA-186FCFA22181}" srcOrd="3" destOrd="0" parTransId="{F25C3CAB-389F-E648-AB56-0DA05CD8FE8E}" sibTransId="{A3A001AE-CE12-F549-A034-51A0D6F4FB5F}"/>
    <dgm:cxn modelId="{8D5E80B4-FF29-C649-BA85-12239D3946F8}" srcId="{54CDC1ED-A830-144F-923B-5222CB26BF32}" destId="{AE8BC095-4B23-4B4F-B6FF-5BC120DA4EF5}" srcOrd="1" destOrd="0" parTransId="{205154A8-8C62-E04B-8715-D0BD7A339849}" sibTransId="{47406D30-F552-C548-BDB8-A8199B822AD5}"/>
    <dgm:cxn modelId="{5B3F6CB2-086A-AD45-8604-2798C89483D0}" type="presOf" srcId="{51FDAF1F-E773-E340-8498-8279A37CCF38}" destId="{89657186-7B85-D243-B312-457450989F12}" srcOrd="0" destOrd="0" presId="urn:microsoft.com/office/officeart/2005/8/layout/orgChart1"/>
    <dgm:cxn modelId="{1F09B402-9161-1648-93AC-EFC634EC76FB}" type="presOf" srcId="{0C215B54-9B25-BD40-87BF-F1BFAAED2311}" destId="{CE75881C-0F8C-3E4B-AD65-D1477BA81321}" srcOrd="1" destOrd="0" presId="urn:microsoft.com/office/officeart/2005/8/layout/orgChart1"/>
    <dgm:cxn modelId="{DFBF542B-0945-5744-A424-3A4BF1811DD8}" type="presOf" srcId="{2C3C9212-E3F9-104E-B831-26925DA2D7B7}" destId="{A9814B90-0241-C94F-88CC-F2F77B9EB3CF}" srcOrd="1" destOrd="0" presId="urn:microsoft.com/office/officeart/2005/8/layout/orgChart1"/>
    <dgm:cxn modelId="{AD9857BC-1642-5A4E-9C29-5B49418450A6}" type="presOf" srcId="{9402E124-3F1B-F44E-BBAD-610A14B78C27}" destId="{92B5C9F0-7AD4-0245-A944-3864A0EA7B8C}" srcOrd="0" destOrd="0" presId="urn:microsoft.com/office/officeart/2005/8/layout/orgChart1"/>
    <dgm:cxn modelId="{226F300B-CAE2-FC44-9629-D85FE5EC8B14}" type="presOf" srcId="{13949EEB-F932-0446-A963-DF3851BCF940}" destId="{CB83D190-CBD5-9944-A23F-7A3692B1F451}" srcOrd="1" destOrd="0" presId="urn:microsoft.com/office/officeart/2005/8/layout/orgChart1"/>
    <dgm:cxn modelId="{2172BE79-D85A-D544-B9BD-92C837CD86B6}" type="presOf" srcId="{50B72F6A-F41B-0843-890F-5305F4C843AD}" destId="{CDCFBB89-10EC-9A44-9418-93B963B0E2D8}" srcOrd="1" destOrd="0" presId="urn:microsoft.com/office/officeart/2005/8/layout/orgChart1"/>
    <dgm:cxn modelId="{2FD90855-CC9E-EA42-9A3C-FE045529D6EA}" srcId="{54B1D95D-D3E9-7342-A14A-B5C5111FB831}" destId="{E708039F-F1D6-ED40-B21E-A8B6F4A34C14}" srcOrd="2" destOrd="0" parTransId="{5FBA86C6-5FE3-A442-B8CC-3521BAAEBAE0}" sibTransId="{E281BAE8-D0A5-EA42-8354-90CD7E926B20}"/>
    <dgm:cxn modelId="{860504E2-7C9D-CD44-A99A-C0DD582E5339}" type="presOf" srcId="{54CDC1ED-A830-144F-923B-5222CB26BF32}" destId="{E8C4239E-C441-074E-88CB-537BAC1C2467}" srcOrd="0" destOrd="0" presId="urn:microsoft.com/office/officeart/2005/8/layout/orgChart1"/>
    <dgm:cxn modelId="{3BF11EFC-84B9-7A43-883B-97A227DA89F9}" type="presOf" srcId="{69B19B73-D49C-484E-AD18-DF6706B52EB5}" destId="{F903E146-56B2-3B47-91E7-12ADB455E2A5}" srcOrd="1" destOrd="0" presId="urn:microsoft.com/office/officeart/2005/8/layout/orgChart1"/>
    <dgm:cxn modelId="{F8C90E07-55AA-9842-BD11-6543F5ED1C06}" srcId="{69B19B73-D49C-484E-AD18-DF6706B52EB5}" destId="{A4889AAC-3323-4549-9A76-FD02477211BD}" srcOrd="0" destOrd="0" parTransId="{D5E5B20D-BA40-7243-BEAB-6F684F02F026}" sibTransId="{86DF7C76-E31F-DB47-A4EC-835F7A2A8016}"/>
    <dgm:cxn modelId="{784F9C48-B1D8-7446-B63C-A856826F0303}" srcId="{54B1D95D-D3E9-7342-A14A-B5C5111FB831}" destId="{13949EEB-F932-0446-A963-DF3851BCF940}" srcOrd="0" destOrd="0" parTransId="{D2498634-BE51-AD47-A96B-FB75FE65E64B}" sibTransId="{14C154A3-1D76-9B41-B1F7-CF25D82297F5}"/>
    <dgm:cxn modelId="{6F80C70D-4CFF-FB4F-A59B-96483D518795}" type="presOf" srcId="{F535026A-F1ED-4E40-9DBB-3C3721F04489}" destId="{D5234CBB-BE5D-5543-A5C9-11263E9090CA}" srcOrd="0" destOrd="0" presId="urn:microsoft.com/office/officeart/2005/8/layout/orgChart1"/>
    <dgm:cxn modelId="{4A902C74-E330-694C-B95F-2530EADDE004}" srcId="{54B1D95D-D3E9-7342-A14A-B5C5111FB831}" destId="{50B72F6A-F41B-0843-890F-5305F4C843AD}" srcOrd="4" destOrd="0" parTransId="{0CE0430E-2239-9D45-BBB3-5849400F4FF7}" sibTransId="{6B2173A1-8C12-E24A-8457-3D489AA8664D}"/>
    <dgm:cxn modelId="{95089758-8643-7044-B2D1-9953353B239A}" srcId="{8973937F-27A6-0B47-A2E2-82381D6A74AC}" destId="{54CDC1ED-A830-144F-923B-5222CB26BF32}" srcOrd="1" destOrd="0" parTransId="{C4130F32-A6BF-534E-BD84-F1A910CDE083}" sibTransId="{8998F5E0-9F33-814C-9426-348ECFC35124}"/>
    <dgm:cxn modelId="{E75EE475-E840-DF4E-ADAE-2366C3738075}" type="presOf" srcId="{8973937F-27A6-0B47-A2E2-82381D6A74AC}" destId="{44A47963-4BE3-714E-8A93-E2D3DB7A7F31}" srcOrd="1" destOrd="0" presId="urn:microsoft.com/office/officeart/2005/8/layout/orgChart1"/>
    <dgm:cxn modelId="{B2EFC43A-2578-0543-AE2F-FF022E257824}" type="presOf" srcId="{AE8BC095-4B23-4B4F-B6FF-5BC120DA4EF5}" destId="{3501420B-4A26-E14A-A57F-7152E56CE737}" srcOrd="0" destOrd="0" presId="urn:microsoft.com/office/officeart/2005/8/layout/orgChart1"/>
    <dgm:cxn modelId="{F6DA84D6-1AA7-6F41-9C3C-F5C04CDD007B}" type="presOf" srcId="{A251AE9A-D248-9040-A935-B5B1A0EA2E74}" destId="{DD6B5944-E157-4D4A-A1E5-14EE65544E14}" srcOrd="0" destOrd="0" presId="urn:microsoft.com/office/officeart/2005/8/layout/orgChart1"/>
    <dgm:cxn modelId="{30A1E97C-30B6-6943-97B0-E2C58023E0F9}" type="presOf" srcId="{54B1D95D-D3E9-7342-A14A-B5C5111FB831}" destId="{6E8A3AD4-0F1B-1245-83BB-984791950EF9}" srcOrd="1" destOrd="0" presId="urn:microsoft.com/office/officeart/2005/8/layout/orgChart1"/>
    <dgm:cxn modelId="{6EB0ADA4-9CD1-F94E-8172-F0C52B1276B0}" type="presOf" srcId="{C27C15DE-5075-B141-97EA-186FCFA22181}" destId="{C121CA7D-A194-9B4F-8930-BAB08DB68639}" srcOrd="1" destOrd="0" presId="urn:microsoft.com/office/officeart/2005/8/layout/orgChart1"/>
    <dgm:cxn modelId="{C2EC2DC1-399E-8B49-A223-02B8D7CDA7AF}" type="presOf" srcId="{55EA1C54-FDAE-1443-ABEB-271B938812E7}" destId="{A62D5F78-3E80-BD49-8F05-C12090FC439A}" srcOrd="0" destOrd="0" presId="urn:microsoft.com/office/officeart/2005/8/layout/orgChart1"/>
    <dgm:cxn modelId="{F1A78AC7-B5BD-A848-83DC-DBD414DBCA0E}" type="presOf" srcId="{5FBA86C6-5FE3-A442-B8CC-3521BAAEBAE0}" destId="{6D2ADF25-453F-1942-B6F1-88F8E5F4672F}" srcOrd="0" destOrd="0" presId="urn:microsoft.com/office/officeart/2005/8/layout/orgChart1"/>
    <dgm:cxn modelId="{DD74751F-844E-AF4E-B3B6-67D87B329D20}" type="presOf" srcId="{A4889AAC-3323-4549-9A76-FD02477211BD}" destId="{7000B66F-54F3-4A4E-961E-C03253AFC0AF}" srcOrd="1" destOrd="0" presId="urn:microsoft.com/office/officeart/2005/8/layout/orgChart1"/>
    <dgm:cxn modelId="{F41621F9-8446-CB47-9F3B-BF2ED39BE48C}" srcId="{8973937F-27A6-0B47-A2E2-82381D6A74AC}" destId="{69B19B73-D49C-484E-AD18-DF6706B52EB5}" srcOrd="0" destOrd="0" parTransId="{7C86D65C-533D-A648-8034-451A2BD0D737}" sibTransId="{F4240035-B2ED-6345-8120-FBA415074DC8}"/>
    <dgm:cxn modelId="{77F50D24-104C-D94A-AC21-D0D7DEA28EF8}" type="presOf" srcId="{0C215B54-9B25-BD40-87BF-F1BFAAED2311}" destId="{AF9092AB-ABF2-8A42-AAF7-0085A4CE284F}" srcOrd="0" destOrd="0" presId="urn:microsoft.com/office/officeart/2005/8/layout/orgChart1"/>
    <dgm:cxn modelId="{F2415AE8-214C-E648-985C-A0AE0C42CBBF}" type="presOf" srcId="{7A4D0E58-D017-AD48-852D-94DCE6447991}" destId="{D64F1337-3B65-5644-B064-BCFFDFF60DE3}" srcOrd="0" destOrd="0" presId="urn:microsoft.com/office/officeart/2005/8/layout/orgChart1"/>
    <dgm:cxn modelId="{593C3620-7086-8B4D-A9BE-C633D1BCA6B4}" type="presOf" srcId="{C27C15DE-5075-B141-97EA-186FCFA22181}" destId="{B494D7EE-0D7E-A745-9614-03ABEEAD1492}" srcOrd="0" destOrd="0" presId="urn:microsoft.com/office/officeart/2005/8/layout/orgChart1"/>
    <dgm:cxn modelId="{25DD2398-06A1-214B-937D-9FFA73BE51A2}" type="presOf" srcId="{A251AE9A-D248-9040-A935-B5B1A0EA2E74}" destId="{14914708-5585-B24B-AF67-A9CACD545B9F}" srcOrd="1" destOrd="0" presId="urn:microsoft.com/office/officeart/2005/8/layout/orgChart1"/>
    <dgm:cxn modelId="{88BB34FC-D3BA-A34D-A804-A73193B38B66}" type="presOf" srcId="{8973937F-27A6-0B47-A2E2-82381D6A74AC}" destId="{C6F957DF-A5E0-DB4D-9EC1-A4CAA0821F53}" srcOrd="0" destOrd="0" presId="urn:microsoft.com/office/officeart/2005/8/layout/orgChart1"/>
    <dgm:cxn modelId="{8C7BEE79-7524-3642-8546-5A7EF2ACE9C9}" srcId="{54B1D95D-D3E9-7342-A14A-B5C5111FB831}" destId="{2C3C9212-E3F9-104E-B831-26925DA2D7B7}" srcOrd="6" destOrd="0" parTransId="{03C3710E-B6E4-4B4A-A652-7F23D5CE1122}" sibTransId="{16500588-CAB5-3C4F-ADDF-E0276A3201B9}"/>
    <dgm:cxn modelId="{D6D7B9BB-A5B4-1440-879C-B3914933B053}" type="presOf" srcId="{44150518-9DAE-0D45-BAB4-2548BB9508C9}" destId="{A2665770-BE25-6D48-9625-80984C05B467}" srcOrd="0" destOrd="0" presId="urn:microsoft.com/office/officeart/2005/8/layout/orgChart1"/>
    <dgm:cxn modelId="{B6958146-B227-DA48-9DA6-26953FBFDCD7}" srcId="{F535026A-F1ED-4E40-9DBB-3C3721F04489}" destId="{44150518-9DAE-0D45-BAB4-2548BB9508C9}" srcOrd="0" destOrd="0" parTransId="{4676DCB1-A48E-224F-9DB1-CF8803AE68F1}" sibTransId="{E6343CB8-5A22-1245-B5B0-5FA2DC0AC46B}"/>
    <dgm:cxn modelId="{6CDDF939-A040-CB47-8DAD-AB1BD8C29593}" type="presOf" srcId="{0CE0430E-2239-9D45-BBB3-5849400F4FF7}" destId="{99DA085D-52A1-334E-B384-AF7E90961234}" srcOrd="0" destOrd="0" presId="urn:microsoft.com/office/officeart/2005/8/layout/orgChart1"/>
    <dgm:cxn modelId="{EC75226D-D84B-5C49-BE4B-44FBE015C1F3}" type="presOf" srcId="{E708039F-F1D6-ED40-B21E-A8B6F4A34C14}" destId="{5E9B10FE-CC89-BC46-BAA1-411ED6B6101D}" srcOrd="0" destOrd="0" presId="urn:microsoft.com/office/officeart/2005/8/layout/orgChart1"/>
    <dgm:cxn modelId="{F18B3113-2349-E54C-80B8-4189B69E182E}" type="presOf" srcId="{D5E5B20D-BA40-7243-BEAB-6F684F02F026}" destId="{FFAD239A-DF88-0E43-8AA5-53E86FA0A897}" srcOrd="0" destOrd="0" presId="urn:microsoft.com/office/officeart/2005/8/layout/orgChart1"/>
    <dgm:cxn modelId="{56F6939D-19A9-7C4F-A586-16D937C1A6E5}" type="presOf" srcId="{7C86D65C-533D-A648-8034-451A2BD0D737}" destId="{1D2A24C0-CBC1-EE4D-A868-6352ADCA9F03}" srcOrd="0" destOrd="0" presId="urn:microsoft.com/office/officeart/2005/8/layout/orgChart1"/>
    <dgm:cxn modelId="{B22DC6A2-36B1-A641-A265-14C88116FA93}" type="presOf" srcId="{E708039F-F1D6-ED40-B21E-A8B6F4A34C14}" destId="{690B7C47-AFDC-3845-B265-EF9172D30262}" srcOrd="1" destOrd="0" presId="urn:microsoft.com/office/officeart/2005/8/layout/orgChart1"/>
    <dgm:cxn modelId="{2A0FC5F8-1ADB-AB4D-85FF-1D4328E4A4B0}" type="presOf" srcId="{A4889AAC-3323-4549-9A76-FD02477211BD}" destId="{6CBED985-85CB-C34A-B6B2-60A34B49F57C}" srcOrd="0" destOrd="0" presId="urn:microsoft.com/office/officeart/2005/8/layout/orgChart1"/>
    <dgm:cxn modelId="{289A2A81-9538-EC44-8AB0-1B3F1FCC2938}" type="presOf" srcId="{69B19B73-D49C-484E-AD18-DF6706B52EB5}" destId="{68A8B4A8-2F7C-EE4D-A4A0-8E48B71E7B46}" srcOrd="0" destOrd="0" presId="urn:microsoft.com/office/officeart/2005/8/layout/orgChart1"/>
    <dgm:cxn modelId="{6E7AA25F-2178-DA4C-AEF3-C6E745951897}" type="presOf" srcId="{2C3C9212-E3F9-104E-B831-26925DA2D7B7}" destId="{CB880214-0950-6348-9729-797A65657590}" srcOrd="0" destOrd="0" presId="urn:microsoft.com/office/officeart/2005/8/layout/orgChart1"/>
    <dgm:cxn modelId="{FE0BF60A-4B06-7E47-975A-DDF88F368846}" type="presParOf" srcId="{D5234CBB-BE5D-5543-A5C9-11263E9090CA}" destId="{9C7C30B2-0D6C-8C41-9B70-589CC65A36CF}" srcOrd="0" destOrd="0" presId="urn:microsoft.com/office/officeart/2005/8/layout/orgChart1"/>
    <dgm:cxn modelId="{7358E167-9221-1541-91DC-57FBED6DDC1A}" type="presParOf" srcId="{9C7C30B2-0D6C-8C41-9B70-589CC65A36CF}" destId="{1CBA868D-0E1C-E344-997C-ED44E85FB388}" srcOrd="0" destOrd="0" presId="urn:microsoft.com/office/officeart/2005/8/layout/orgChart1"/>
    <dgm:cxn modelId="{D16D2DA1-7E89-5849-8F58-127962F55DA9}" type="presParOf" srcId="{1CBA868D-0E1C-E344-997C-ED44E85FB388}" destId="{A2665770-BE25-6D48-9625-80984C05B467}" srcOrd="0" destOrd="0" presId="urn:microsoft.com/office/officeart/2005/8/layout/orgChart1"/>
    <dgm:cxn modelId="{615F1E5E-0023-FE46-B8D1-2950E32FF231}" type="presParOf" srcId="{1CBA868D-0E1C-E344-997C-ED44E85FB388}" destId="{72538D55-B599-CF46-BBF1-3A709D2E5A11}" srcOrd="1" destOrd="0" presId="urn:microsoft.com/office/officeart/2005/8/layout/orgChart1"/>
    <dgm:cxn modelId="{400CF462-CE75-2D4F-AFC6-B4A7D84ED3E3}" type="presParOf" srcId="{9C7C30B2-0D6C-8C41-9B70-589CC65A36CF}" destId="{3F8AB689-94D5-8C44-B899-9BBC6E6A5BD9}" srcOrd="1" destOrd="0" presId="urn:microsoft.com/office/officeart/2005/8/layout/orgChart1"/>
    <dgm:cxn modelId="{EBD23E9E-BFAB-6B4B-AD84-DDA08D8F5790}" type="presParOf" srcId="{9C7C30B2-0D6C-8C41-9B70-589CC65A36CF}" destId="{744518B7-6577-914E-91B7-A8B80C6F3A6B}" srcOrd="2" destOrd="0" presId="urn:microsoft.com/office/officeart/2005/8/layout/orgChart1"/>
    <dgm:cxn modelId="{5CE1B8B3-1D5D-D64D-8B97-9EEBF577C55A}" type="presParOf" srcId="{744518B7-6577-914E-91B7-A8B80C6F3A6B}" destId="{D64F1337-3B65-5644-B064-BCFFDFF60DE3}" srcOrd="0" destOrd="0" presId="urn:microsoft.com/office/officeart/2005/8/layout/orgChart1"/>
    <dgm:cxn modelId="{F3263B13-4C1A-444F-8464-B8F84BF50478}" type="presParOf" srcId="{744518B7-6577-914E-91B7-A8B80C6F3A6B}" destId="{9BEEAABE-442B-4842-9C4C-A43BC0A29F6C}" srcOrd="1" destOrd="0" presId="urn:microsoft.com/office/officeart/2005/8/layout/orgChart1"/>
    <dgm:cxn modelId="{AEEA20E6-A555-624C-B2D1-937BE34FE685}" type="presParOf" srcId="{9BEEAABE-442B-4842-9C4C-A43BC0A29F6C}" destId="{96BBFE7B-8863-2A4B-AA15-B7ADA4CD3FFA}" srcOrd="0" destOrd="0" presId="urn:microsoft.com/office/officeart/2005/8/layout/orgChart1"/>
    <dgm:cxn modelId="{EE677FF1-78F5-2042-BB65-A2B8BBE78762}" type="presParOf" srcId="{96BBFE7B-8863-2A4B-AA15-B7ADA4CD3FFA}" destId="{C6F957DF-A5E0-DB4D-9EC1-A4CAA0821F53}" srcOrd="0" destOrd="0" presId="urn:microsoft.com/office/officeart/2005/8/layout/orgChart1"/>
    <dgm:cxn modelId="{8F96146D-56E6-8D4A-9422-19BC6DFC04F1}" type="presParOf" srcId="{96BBFE7B-8863-2A4B-AA15-B7ADA4CD3FFA}" destId="{44A47963-4BE3-714E-8A93-E2D3DB7A7F31}" srcOrd="1" destOrd="0" presId="urn:microsoft.com/office/officeart/2005/8/layout/orgChart1"/>
    <dgm:cxn modelId="{5A7C8553-7B9E-6E45-BE09-0576A59C7DA4}" type="presParOf" srcId="{9BEEAABE-442B-4842-9C4C-A43BC0A29F6C}" destId="{AA1C8FF5-221B-3947-832C-592F26485427}" srcOrd="1" destOrd="0" presId="urn:microsoft.com/office/officeart/2005/8/layout/orgChart1"/>
    <dgm:cxn modelId="{6B32C318-C2D7-5A43-8911-BDCEFB5046A0}" type="presParOf" srcId="{AA1C8FF5-221B-3947-832C-592F26485427}" destId="{1D2A24C0-CBC1-EE4D-A868-6352ADCA9F03}" srcOrd="0" destOrd="0" presId="urn:microsoft.com/office/officeart/2005/8/layout/orgChart1"/>
    <dgm:cxn modelId="{CB64FC15-44AD-A649-BF76-E79C80E66F4C}" type="presParOf" srcId="{AA1C8FF5-221B-3947-832C-592F26485427}" destId="{009E257A-BFF2-524D-A6CE-5C2FF23116F6}" srcOrd="1" destOrd="0" presId="urn:microsoft.com/office/officeart/2005/8/layout/orgChart1"/>
    <dgm:cxn modelId="{81ECD4C5-3F0A-9344-8851-695BA7C5DBC1}" type="presParOf" srcId="{009E257A-BFF2-524D-A6CE-5C2FF23116F6}" destId="{B7A55A56-F80A-404C-9744-41D2783D5A20}" srcOrd="0" destOrd="0" presId="urn:microsoft.com/office/officeart/2005/8/layout/orgChart1"/>
    <dgm:cxn modelId="{8066D0CA-6136-E14B-A1B4-91D96C1231A6}" type="presParOf" srcId="{B7A55A56-F80A-404C-9744-41D2783D5A20}" destId="{68A8B4A8-2F7C-EE4D-A4A0-8E48B71E7B46}" srcOrd="0" destOrd="0" presId="urn:microsoft.com/office/officeart/2005/8/layout/orgChart1"/>
    <dgm:cxn modelId="{BD702B88-719E-9B42-A8EA-C187FE203644}" type="presParOf" srcId="{B7A55A56-F80A-404C-9744-41D2783D5A20}" destId="{F903E146-56B2-3B47-91E7-12ADB455E2A5}" srcOrd="1" destOrd="0" presId="urn:microsoft.com/office/officeart/2005/8/layout/orgChart1"/>
    <dgm:cxn modelId="{AA342F81-86D2-6049-8ACE-0DDD24F84BD3}" type="presParOf" srcId="{009E257A-BFF2-524D-A6CE-5C2FF23116F6}" destId="{EEEA911C-CFD3-B342-B755-6E17D9DC6EA9}" srcOrd="1" destOrd="0" presId="urn:microsoft.com/office/officeart/2005/8/layout/orgChart1"/>
    <dgm:cxn modelId="{E439E044-D581-454A-A878-99752B98F1AD}" type="presParOf" srcId="{EEEA911C-CFD3-B342-B755-6E17D9DC6EA9}" destId="{FFAD239A-DF88-0E43-8AA5-53E86FA0A897}" srcOrd="0" destOrd="0" presId="urn:microsoft.com/office/officeart/2005/8/layout/orgChart1"/>
    <dgm:cxn modelId="{077DB2AC-9DD5-EE45-ABF9-C42090B7C613}" type="presParOf" srcId="{EEEA911C-CFD3-B342-B755-6E17D9DC6EA9}" destId="{B695DA11-3D32-ED43-919E-F05980A7C45B}" srcOrd="1" destOrd="0" presId="urn:microsoft.com/office/officeart/2005/8/layout/orgChart1"/>
    <dgm:cxn modelId="{2E0AC76A-5AA5-0D4E-BEA7-EFC7CC7054BA}" type="presParOf" srcId="{B695DA11-3D32-ED43-919E-F05980A7C45B}" destId="{7FB07800-66EA-3A4A-B79F-88E5C6DE9D1C}" srcOrd="0" destOrd="0" presId="urn:microsoft.com/office/officeart/2005/8/layout/orgChart1"/>
    <dgm:cxn modelId="{5471FB77-69A4-7A41-A0D2-A58E8FCDCED9}" type="presParOf" srcId="{7FB07800-66EA-3A4A-B79F-88E5C6DE9D1C}" destId="{6CBED985-85CB-C34A-B6B2-60A34B49F57C}" srcOrd="0" destOrd="0" presId="urn:microsoft.com/office/officeart/2005/8/layout/orgChart1"/>
    <dgm:cxn modelId="{B4553FF7-9F56-3349-A09F-6A613EEDC4C4}" type="presParOf" srcId="{7FB07800-66EA-3A4A-B79F-88E5C6DE9D1C}" destId="{7000B66F-54F3-4A4E-961E-C03253AFC0AF}" srcOrd="1" destOrd="0" presId="urn:microsoft.com/office/officeart/2005/8/layout/orgChart1"/>
    <dgm:cxn modelId="{B38D399C-05A4-F843-B980-3A596F86AD60}" type="presParOf" srcId="{B695DA11-3D32-ED43-919E-F05980A7C45B}" destId="{1B387E5C-187E-274D-922F-4BE3C820673B}" srcOrd="1" destOrd="0" presId="urn:microsoft.com/office/officeart/2005/8/layout/orgChart1"/>
    <dgm:cxn modelId="{6CC846D2-F967-4C44-A419-3023F90D2773}" type="presParOf" srcId="{B695DA11-3D32-ED43-919E-F05980A7C45B}" destId="{0C29EB28-F357-F647-8DA0-96C2827CE432}" srcOrd="2" destOrd="0" presId="urn:microsoft.com/office/officeart/2005/8/layout/orgChart1"/>
    <dgm:cxn modelId="{40499EAA-4FCE-4A49-B276-C4732719E163}" type="presParOf" srcId="{009E257A-BFF2-524D-A6CE-5C2FF23116F6}" destId="{029B83C9-457C-FF4B-A285-9779D3379AF9}" srcOrd="2" destOrd="0" presId="urn:microsoft.com/office/officeart/2005/8/layout/orgChart1"/>
    <dgm:cxn modelId="{5309E011-E093-3C4E-B190-493555087B61}" type="presParOf" srcId="{AA1C8FF5-221B-3947-832C-592F26485427}" destId="{D5B9584D-9F0F-3343-A773-EB3D35AAB7B9}" srcOrd="2" destOrd="0" presId="urn:microsoft.com/office/officeart/2005/8/layout/orgChart1"/>
    <dgm:cxn modelId="{94DFCADC-AD18-EA40-BD40-6A8BB49997F5}" type="presParOf" srcId="{AA1C8FF5-221B-3947-832C-592F26485427}" destId="{0DB13CB5-B626-F644-A689-E85B1B9FC24E}" srcOrd="3" destOrd="0" presId="urn:microsoft.com/office/officeart/2005/8/layout/orgChart1"/>
    <dgm:cxn modelId="{25DA2711-7042-4140-8350-352E465098AA}" type="presParOf" srcId="{0DB13CB5-B626-F644-A689-E85B1B9FC24E}" destId="{4F9D1280-97FF-3A48-A0B6-F907C43A2BF4}" srcOrd="0" destOrd="0" presId="urn:microsoft.com/office/officeart/2005/8/layout/orgChart1"/>
    <dgm:cxn modelId="{667EA1CC-D1CB-4F4C-B6EE-756FFB375934}" type="presParOf" srcId="{4F9D1280-97FF-3A48-A0B6-F907C43A2BF4}" destId="{E8C4239E-C441-074E-88CB-537BAC1C2467}" srcOrd="0" destOrd="0" presId="urn:microsoft.com/office/officeart/2005/8/layout/orgChart1"/>
    <dgm:cxn modelId="{3045157F-3D87-EB4D-9DDF-C6CF83F11213}" type="presParOf" srcId="{4F9D1280-97FF-3A48-A0B6-F907C43A2BF4}" destId="{96B9C7C0-D89C-8445-B024-95227509D14A}" srcOrd="1" destOrd="0" presId="urn:microsoft.com/office/officeart/2005/8/layout/orgChart1"/>
    <dgm:cxn modelId="{DC7AC17D-3ED1-4B49-8D6E-1C3238D936A5}" type="presParOf" srcId="{0DB13CB5-B626-F644-A689-E85B1B9FC24E}" destId="{9FF18100-5E7A-9F4A-87FE-FCFBD657CE8B}" srcOrd="1" destOrd="0" presId="urn:microsoft.com/office/officeart/2005/8/layout/orgChart1"/>
    <dgm:cxn modelId="{03444106-0D27-6845-A79C-CDD42C315F0C}" type="presParOf" srcId="{9FF18100-5E7A-9F4A-87FE-FCFBD657CE8B}" destId="{92B5C9F0-7AD4-0245-A944-3864A0EA7B8C}" srcOrd="0" destOrd="0" presId="urn:microsoft.com/office/officeart/2005/8/layout/orgChart1"/>
    <dgm:cxn modelId="{7E799DCB-C5E1-1648-B96A-234B2740DBAC}" type="presParOf" srcId="{9FF18100-5E7A-9F4A-87FE-FCFBD657CE8B}" destId="{ED3481DE-41D5-924E-830D-A13FC6CF1237}" srcOrd="1" destOrd="0" presId="urn:microsoft.com/office/officeart/2005/8/layout/orgChart1"/>
    <dgm:cxn modelId="{9E9C8290-86AF-8C4E-8DD1-734D002BF32C}" type="presParOf" srcId="{ED3481DE-41D5-924E-830D-A13FC6CF1237}" destId="{82D27A34-F463-5443-8CC0-66E53760CDDF}" srcOrd="0" destOrd="0" presId="urn:microsoft.com/office/officeart/2005/8/layout/orgChart1"/>
    <dgm:cxn modelId="{7C295002-BAD0-1C49-8075-72BA0FE6C50E}" type="presParOf" srcId="{82D27A34-F463-5443-8CC0-66E53760CDDF}" destId="{BF6CB353-3127-0B47-8F4F-0ED627C7A979}" srcOrd="0" destOrd="0" presId="urn:microsoft.com/office/officeart/2005/8/layout/orgChart1"/>
    <dgm:cxn modelId="{BF4E32A2-A558-D647-A533-17EE05F4870E}" type="presParOf" srcId="{82D27A34-F463-5443-8CC0-66E53760CDDF}" destId="{6E8A3AD4-0F1B-1245-83BB-984791950EF9}" srcOrd="1" destOrd="0" presId="urn:microsoft.com/office/officeart/2005/8/layout/orgChart1"/>
    <dgm:cxn modelId="{36847E95-6340-114C-B562-211C66CD01BA}" type="presParOf" srcId="{ED3481DE-41D5-924E-830D-A13FC6CF1237}" destId="{CCC3C0C7-3D7D-C44A-92F3-2865F83F6316}" srcOrd="1" destOrd="0" presId="urn:microsoft.com/office/officeart/2005/8/layout/orgChart1"/>
    <dgm:cxn modelId="{ADCDEAA5-3FA0-124C-A1C9-229DB33DA102}" type="presParOf" srcId="{CCC3C0C7-3D7D-C44A-92F3-2865F83F6316}" destId="{A4D3920E-33D8-9745-AD71-AD6B10F1CBA3}" srcOrd="0" destOrd="0" presId="urn:microsoft.com/office/officeart/2005/8/layout/orgChart1"/>
    <dgm:cxn modelId="{E925444D-9ECB-F845-AB86-D1DAE8A2F623}" type="presParOf" srcId="{CCC3C0C7-3D7D-C44A-92F3-2865F83F6316}" destId="{FB05C61A-CB76-0A4E-A742-AE6AB094AE8F}" srcOrd="1" destOrd="0" presId="urn:microsoft.com/office/officeart/2005/8/layout/orgChart1"/>
    <dgm:cxn modelId="{0CE4DBA7-0998-4C4E-94F6-55A5A306166E}" type="presParOf" srcId="{FB05C61A-CB76-0A4E-A742-AE6AB094AE8F}" destId="{A9F17569-E58F-3649-8664-33932296C551}" srcOrd="0" destOrd="0" presId="urn:microsoft.com/office/officeart/2005/8/layout/orgChart1"/>
    <dgm:cxn modelId="{461A57DA-7F7C-BD49-9573-0F3A4F86AD07}" type="presParOf" srcId="{A9F17569-E58F-3649-8664-33932296C551}" destId="{6875456C-4400-B440-BADA-6717B07AA85E}" srcOrd="0" destOrd="0" presId="urn:microsoft.com/office/officeart/2005/8/layout/orgChart1"/>
    <dgm:cxn modelId="{50AE553E-DE69-014F-8F36-F82602307EAE}" type="presParOf" srcId="{A9F17569-E58F-3649-8664-33932296C551}" destId="{CB83D190-CBD5-9944-A23F-7A3692B1F451}" srcOrd="1" destOrd="0" presId="urn:microsoft.com/office/officeart/2005/8/layout/orgChart1"/>
    <dgm:cxn modelId="{B9103C4A-DAF6-B743-A819-ED50272018C5}" type="presParOf" srcId="{FB05C61A-CB76-0A4E-A742-AE6AB094AE8F}" destId="{47A75FD7-C6B1-2844-BCDB-264E678E01EB}" srcOrd="1" destOrd="0" presId="urn:microsoft.com/office/officeart/2005/8/layout/orgChart1"/>
    <dgm:cxn modelId="{E512AD39-9D4A-B248-BF0C-87D4C2078D0F}" type="presParOf" srcId="{FB05C61A-CB76-0A4E-A742-AE6AB094AE8F}" destId="{D1BBBAE7-02B6-DA4E-887B-3A1049C98866}" srcOrd="2" destOrd="0" presId="urn:microsoft.com/office/officeart/2005/8/layout/orgChart1"/>
    <dgm:cxn modelId="{DC75A6F8-DDE8-5E4F-9725-FE8D35B61437}" type="presParOf" srcId="{CCC3C0C7-3D7D-C44A-92F3-2865F83F6316}" destId="{89657186-7B85-D243-B312-457450989F12}" srcOrd="2" destOrd="0" presId="urn:microsoft.com/office/officeart/2005/8/layout/orgChart1"/>
    <dgm:cxn modelId="{CEBCF0E7-DF7F-044E-BA21-9AD839555EF2}" type="presParOf" srcId="{CCC3C0C7-3D7D-C44A-92F3-2865F83F6316}" destId="{65599180-ACA9-144B-A47D-3A1CB02BEEC7}" srcOrd="3" destOrd="0" presId="urn:microsoft.com/office/officeart/2005/8/layout/orgChart1"/>
    <dgm:cxn modelId="{A4975054-0660-B64D-9189-703B53C78F5E}" type="presParOf" srcId="{65599180-ACA9-144B-A47D-3A1CB02BEEC7}" destId="{CC268203-E603-4340-9A9C-7C0D9AEF1EA3}" srcOrd="0" destOrd="0" presId="urn:microsoft.com/office/officeart/2005/8/layout/orgChart1"/>
    <dgm:cxn modelId="{DC9A65D7-3E75-FE4A-8C2D-8CD801A0044B}" type="presParOf" srcId="{CC268203-E603-4340-9A9C-7C0D9AEF1EA3}" destId="{DD6B5944-E157-4D4A-A1E5-14EE65544E14}" srcOrd="0" destOrd="0" presId="urn:microsoft.com/office/officeart/2005/8/layout/orgChart1"/>
    <dgm:cxn modelId="{9B5C2E98-0CE6-8F4F-8BDA-73E13D61408E}" type="presParOf" srcId="{CC268203-E603-4340-9A9C-7C0D9AEF1EA3}" destId="{14914708-5585-B24B-AF67-A9CACD545B9F}" srcOrd="1" destOrd="0" presId="urn:microsoft.com/office/officeart/2005/8/layout/orgChart1"/>
    <dgm:cxn modelId="{E117F59F-0CD3-9148-9BAC-C61312DE922B}" type="presParOf" srcId="{65599180-ACA9-144B-A47D-3A1CB02BEEC7}" destId="{D6245173-4463-4943-935B-B77E62C406CE}" srcOrd="1" destOrd="0" presId="urn:microsoft.com/office/officeart/2005/8/layout/orgChart1"/>
    <dgm:cxn modelId="{FFC9622D-63B8-7A40-ADF5-880DC3B80EEB}" type="presParOf" srcId="{65599180-ACA9-144B-A47D-3A1CB02BEEC7}" destId="{4489D98D-D340-5543-88C9-6069676D9F5F}" srcOrd="2" destOrd="0" presId="urn:microsoft.com/office/officeart/2005/8/layout/orgChart1"/>
    <dgm:cxn modelId="{A70C7A5B-859B-0543-906B-87130708E58B}" type="presParOf" srcId="{CCC3C0C7-3D7D-C44A-92F3-2865F83F6316}" destId="{6D2ADF25-453F-1942-B6F1-88F8E5F4672F}" srcOrd="4" destOrd="0" presId="urn:microsoft.com/office/officeart/2005/8/layout/orgChart1"/>
    <dgm:cxn modelId="{664AAF23-6290-E840-8893-DE2F1E03D219}" type="presParOf" srcId="{CCC3C0C7-3D7D-C44A-92F3-2865F83F6316}" destId="{05C05614-402A-2744-95DF-97526E94050A}" srcOrd="5" destOrd="0" presId="urn:microsoft.com/office/officeart/2005/8/layout/orgChart1"/>
    <dgm:cxn modelId="{277A7D9E-DFCE-CE46-8709-3C5C6723A6E2}" type="presParOf" srcId="{05C05614-402A-2744-95DF-97526E94050A}" destId="{E56A3D2A-68E8-324E-8C7A-91B8959E2F5B}" srcOrd="0" destOrd="0" presId="urn:microsoft.com/office/officeart/2005/8/layout/orgChart1"/>
    <dgm:cxn modelId="{9F46AA0D-2962-4B48-94EC-AD578E87FA30}" type="presParOf" srcId="{E56A3D2A-68E8-324E-8C7A-91B8959E2F5B}" destId="{5E9B10FE-CC89-BC46-BAA1-411ED6B6101D}" srcOrd="0" destOrd="0" presId="urn:microsoft.com/office/officeart/2005/8/layout/orgChart1"/>
    <dgm:cxn modelId="{4D62F427-86F2-7743-908C-48245EC50750}" type="presParOf" srcId="{E56A3D2A-68E8-324E-8C7A-91B8959E2F5B}" destId="{690B7C47-AFDC-3845-B265-EF9172D30262}" srcOrd="1" destOrd="0" presId="urn:microsoft.com/office/officeart/2005/8/layout/orgChart1"/>
    <dgm:cxn modelId="{9EE43998-AF8F-E54B-BC19-5048410E960B}" type="presParOf" srcId="{05C05614-402A-2744-95DF-97526E94050A}" destId="{D47E3783-137E-DF4F-94C2-0475F483124A}" srcOrd="1" destOrd="0" presId="urn:microsoft.com/office/officeart/2005/8/layout/orgChart1"/>
    <dgm:cxn modelId="{8779608B-6098-EC41-BC67-667B735537B7}" type="presParOf" srcId="{05C05614-402A-2744-95DF-97526E94050A}" destId="{15C97815-8FB6-1441-B2C5-CC8C7C484DFC}" srcOrd="2" destOrd="0" presId="urn:microsoft.com/office/officeart/2005/8/layout/orgChart1"/>
    <dgm:cxn modelId="{9A149811-A2D5-3D42-8D88-E2EF14E84A44}" type="presParOf" srcId="{CCC3C0C7-3D7D-C44A-92F3-2865F83F6316}" destId="{96F70DD0-5DDF-2345-8889-BCDFC8D8BE3D}" srcOrd="6" destOrd="0" presId="urn:microsoft.com/office/officeart/2005/8/layout/orgChart1"/>
    <dgm:cxn modelId="{6F2F91CF-A25B-9C4D-B49D-89C40B60B5FB}" type="presParOf" srcId="{CCC3C0C7-3D7D-C44A-92F3-2865F83F6316}" destId="{4949FEBD-2A15-A340-A42A-E2077ADDC5EF}" srcOrd="7" destOrd="0" presId="urn:microsoft.com/office/officeart/2005/8/layout/orgChart1"/>
    <dgm:cxn modelId="{1CC9C129-D196-8F48-9B2E-1ED8DF0B8767}" type="presParOf" srcId="{4949FEBD-2A15-A340-A42A-E2077ADDC5EF}" destId="{01EE152D-08A0-2C4B-9FAC-143C045B8925}" srcOrd="0" destOrd="0" presId="urn:microsoft.com/office/officeart/2005/8/layout/orgChart1"/>
    <dgm:cxn modelId="{D8F5C694-5F3A-0B4B-8FE9-2451EA22CD6D}" type="presParOf" srcId="{01EE152D-08A0-2C4B-9FAC-143C045B8925}" destId="{B494D7EE-0D7E-A745-9614-03ABEEAD1492}" srcOrd="0" destOrd="0" presId="urn:microsoft.com/office/officeart/2005/8/layout/orgChart1"/>
    <dgm:cxn modelId="{13B0305D-9AC1-2B4C-AD66-822A2266DF5E}" type="presParOf" srcId="{01EE152D-08A0-2C4B-9FAC-143C045B8925}" destId="{C121CA7D-A194-9B4F-8930-BAB08DB68639}" srcOrd="1" destOrd="0" presId="urn:microsoft.com/office/officeart/2005/8/layout/orgChart1"/>
    <dgm:cxn modelId="{0A913979-8BFE-8C4E-AA7E-BE5458D9C6D4}" type="presParOf" srcId="{4949FEBD-2A15-A340-A42A-E2077ADDC5EF}" destId="{5FFBECDB-DE45-914F-8381-CBD71BD21D85}" srcOrd="1" destOrd="0" presId="urn:microsoft.com/office/officeart/2005/8/layout/orgChart1"/>
    <dgm:cxn modelId="{1CB9ECD6-23AD-C44A-BC1F-D6EE37C328D2}" type="presParOf" srcId="{4949FEBD-2A15-A340-A42A-E2077ADDC5EF}" destId="{D34AD0CF-B930-974D-B139-B95C2EB5FBC2}" srcOrd="2" destOrd="0" presId="urn:microsoft.com/office/officeart/2005/8/layout/orgChart1"/>
    <dgm:cxn modelId="{9C159475-1477-D542-BF6C-F9B968B971B4}" type="presParOf" srcId="{CCC3C0C7-3D7D-C44A-92F3-2865F83F6316}" destId="{99DA085D-52A1-334E-B384-AF7E90961234}" srcOrd="8" destOrd="0" presId="urn:microsoft.com/office/officeart/2005/8/layout/orgChart1"/>
    <dgm:cxn modelId="{0B5DABB7-8871-7F47-BC21-E36CF282B541}" type="presParOf" srcId="{CCC3C0C7-3D7D-C44A-92F3-2865F83F6316}" destId="{B0629E9E-ABC6-A540-8A1B-D2107860B161}" srcOrd="9" destOrd="0" presId="urn:microsoft.com/office/officeart/2005/8/layout/orgChart1"/>
    <dgm:cxn modelId="{3E8E34D7-4F82-2745-B9A4-C4A561483EF6}" type="presParOf" srcId="{B0629E9E-ABC6-A540-8A1B-D2107860B161}" destId="{BD47AA56-47E6-9C46-A498-C60CBED810C6}" srcOrd="0" destOrd="0" presId="urn:microsoft.com/office/officeart/2005/8/layout/orgChart1"/>
    <dgm:cxn modelId="{BE0C94A5-F3C3-1F44-9DA2-CD9E30FA386F}" type="presParOf" srcId="{BD47AA56-47E6-9C46-A498-C60CBED810C6}" destId="{2B6499C8-5626-2F4F-A4B1-7FE12BE244F0}" srcOrd="0" destOrd="0" presId="urn:microsoft.com/office/officeart/2005/8/layout/orgChart1"/>
    <dgm:cxn modelId="{02DA7534-8609-8B42-A2B5-A48016117A88}" type="presParOf" srcId="{BD47AA56-47E6-9C46-A498-C60CBED810C6}" destId="{CDCFBB89-10EC-9A44-9418-93B963B0E2D8}" srcOrd="1" destOrd="0" presId="urn:microsoft.com/office/officeart/2005/8/layout/orgChart1"/>
    <dgm:cxn modelId="{2A91CB55-DFBF-7944-A834-00073D5B6866}" type="presParOf" srcId="{B0629E9E-ABC6-A540-8A1B-D2107860B161}" destId="{30F93C30-A957-2948-8FB5-4CC291FD7E64}" srcOrd="1" destOrd="0" presId="urn:microsoft.com/office/officeart/2005/8/layout/orgChart1"/>
    <dgm:cxn modelId="{15DFCF73-176F-B241-B5A5-95CC253C18A7}" type="presParOf" srcId="{B0629E9E-ABC6-A540-8A1B-D2107860B161}" destId="{D2B9E204-7E0B-C645-8098-D3C904FCC10D}" srcOrd="2" destOrd="0" presId="urn:microsoft.com/office/officeart/2005/8/layout/orgChart1"/>
    <dgm:cxn modelId="{6795C044-C4F0-E44E-A7C9-A6490EE6BA63}" type="presParOf" srcId="{CCC3C0C7-3D7D-C44A-92F3-2865F83F6316}" destId="{A62D5F78-3E80-BD49-8F05-C12090FC439A}" srcOrd="10" destOrd="0" presId="urn:microsoft.com/office/officeart/2005/8/layout/orgChart1"/>
    <dgm:cxn modelId="{14851068-8197-D34D-A581-739C08FD5CC0}" type="presParOf" srcId="{CCC3C0C7-3D7D-C44A-92F3-2865F83F6316}" destId="{4A17038D-8A1B-224D-AFF4-5F249E536F3F}" srcOrd="11" destOrd="0" presId="urn:microsoft.com/office/officeart/2005/8/layout/orgChart1"/>
    <dgm:cxn modelId="{835043CD-1377-D946-82D5-290BB59052A7}" type="presParOf" srcId="{4A17038D-8A1B-224D-AFF4-5F249E536F3F}" destId="{DF978703-6020-5442-825D-2A21C6D8BA33}" srcOrd="0" destOrd="0" presId="urn:microsoft.com/office/officeart/2005/8/layout/orgChart1"/>
    <dgm:cxn modelId="{327B92A4-92BA-8E47-9F5D-F791AE48A315}" type="presParOf" srcId="{DF978703-6020-5442-825D-2A21C6D8BA33}" destId="{AF9092AB-ABF2-8A42-AAF7-0085A4CE284F}" srcOrd="0" destOrd="0" presId="urn:microsoft.com/office/officeart/2005/8/layout/orgChart1"/>
    <dgm:cxn modelId="{60C6ED95-0B3C-1B4E-A147-59847A313FFB}" type="presParOf" srcId="{DF978703-6020-5442-825D-2A21C6D8BA33}" destId="{CE75881C-0F8C-3E4B-AD65-D1477BA81321}" srcOrd="1" destOrd="0" presId="urn:microsoft.com/office/officeart/2005/8/layout/orgChart1"/>
    <dgm:cxn modelId="{0E26F5A7-292A-A64B-9C3C-4C5B2B49E0AD}" type="presParOf" srcId="{4A17038D-8A1B-224D-AFF4-5F249E536F3F}" destId="{D1992D7B-C971-0C4C-9035-37A39D64666A}" srcOrd="1" destOrd="0" presId="urn:microsoft.com/office/officeart/2005/8/layout/orgChart1"/>
    <dgm:cxn modelId="{A17A846D-BA58-594C-A62A-8289BABCA920}" type="presParOf" srcId="{4A17038D-8A1B-224D-AFF4-5F249E536F3F}" destId="{19CDF2BB-F82B-B042-B389-6ED164FF7C9F}" srcOrd="2" destOrd="0" presId="urn:microsoft.com/office/officeart/2005/8/layout/orgChart1"/>
    <dgm:cxn modelId="{BCD7A2BF-6B75-6645-AB74-D5B5928EEF2D}" type="presParOf" srcId="{CCC3C0C7-3D7D-C44A-92F3-2865F83F6316}" destId="{80E8D0B9-7334-9E4B-ACBA-7DF4331414FA}" srcOrd="12" destOrd="0" presId="urn:microsoft.com/office/officeart/2005/8/layout/orgChart1"/>
    <dgm:cxn modelId="{773AEAA2-54E5-BC40-B373-5FBE2F213681}" type="presParOf" srcId="{CCC3C0C7-3D7D-C44A-92F3-2865F83F6316}" destId="{1735BAE8-63B3-184B-85AB-A7A0E20521A8}" srcOrd="13" destOrd="0" presId="urn:microsoft.com/office/officeart/2005/8/layout/orgChart1"/>
    <dgm:cxn modelId="{587EFC30-7949-C34E-AFB6-2F15AC38AE93}" type="presParOf" srcId="{1735BAE8-63B3-184B-85AB-A7A0E20521A8}" destId="{E1795D3F-DDF6-3E46-97D5-7CA51CE312BB}" srcOrd="0" destOrd="0" presId="urn:microsoft.com/office/officeart/2005/8/layout/orgChart1"/>
    <dgm:cxn modelId="{04050EF9-CC00-8843-BBF3-A5835B6DB18B}" type="presParOf" srcId="{E1795D3F-DDF6-3E46-97D5-7CA51CE312BB}" destId="{CB880214-0950-6348-9729-797A65657590}" srcOrd="0" destOrd="0" presId="urn:microsoft.com/office/officeart/2005/8/layout/orgChart1"/>
    <dgm:cxn modelId="{D9A39D0D-25FD-014F-9D3E-B75716A697A8}" type="presParOf" srcId="{E1795D3F-DDF6-3E46-97D5-7CA51CE312BB}" destId="{A9814B90-0241-C94F-88CC-F2F77B9EB3CF}" srcOrd="1" destOrd="0" presId="urn:microsoft.com/office/officeart/2005/8/layout/orgChart1"/>
    <dgm:cxn modelId="{7F0E1A55-E660-E341-AC5C-0C2BB08C47D4}" type="presParOf" srcId="{1735BAE8-63B3-184B-85AB-A7A0E20521A8}" destId="{A36C698F-4D62-224E-9D3A-17D43BE1A886}" srcOrd="1" destOrd="0" presId="urn:microsoft.com/office/officeart/2005/8/layout/orgChart1"/>
    <dgm:cxn modelId="{476E2BD2-5988-2340-B8CE-F02D44D9ACCF}" type="presParOf" srcId="{1735BAE8-63B3-184B-85AB-A7A0E20521A8}" destId="{EA4A4954-D77A-6E44-B667-A5FD3C3941FA}" srcOrd="2" destOrd="0" presId="urn:microsoft.com/office/officeart/2005/8/layout/orgChart1"/>
    <dgm:cxn modelId="{F4262E4A-65D6-EA48-91A6-DB4447AF171E}" type="presParOf" srcId="{ED3481DE-41D5-924E-830D-A13FC6CF1237}" destId="{FBC6076A-D0BB-F844-A06E-B54FEA200516}" srcOrd="2" destOrd="0" presId="urn:microsoft.com/office/officeart/2005/8/layout/orgChart1"/>
    <dgm:cxn modelId="{98D24524-76D8-CA4C-910D-536D990EBD12}" type="presParOf" srcId="{9FF18100-5E7A-9F4A-87FE-FCFBD657CE8B}" destId="{0F314360-DCCA-F742-9366-8A5806F6B79D}" srcOrd="2" destOrd="0" presId="urn:microsoft.com/office/officeart/2005/8/layout/orgChart1"/>
    <dgm:cxn modelId="{6789AE8C-018C-8740-BDBE-95391FC294B1}" type="presParOf" srcId="{9FF18100-5E7A-9F4A-87FE-FCFBD657CE8B}" destId="{AFBAD5C7-2C1F-CD44-95F0-CB1F8FC6641E}" srcOrd="3" destOrd="0" presId="urn:microsoft.com/office/officeart/2005/8/layout/orgChart1"/>
    <dgm:cxn modelId="{1AA76291-53F8-DA41-B93F-95C7C1E3C2BA}" type="presParOf" srcId="{AFBAD5C7-2C1F-CD44-95F0-CB1F8FC6641E}" destId="{B3654432-6529-3549-9549-032FBCC0FD01}" srcOrd="0" destOrd="0" presId="urn:microsoft.com/office/officeart/2005/8/layout/orgChart1"/>
    <dgm:cxn modelId="{C92CC205-3018-B441-A7D7-5ECCC8059F11}" type="presParOf" srcId="{B3654432-6529-3549-9549-032FBCC0FD01}" destId="{3501420B-4A26-E14A-A57F-7152E56CE737}" srcOrd="0" destOrd="0" presId="urn:microsoft.com/office/officeart/2005/8/layout/orgChart1"/>
    <dgm:cxn modelId="{5301271A-7339-E34D-9BB5-B1385121CA96}" type="presParOf" srcId="{B3654432-6529-3549-9549-032FBCC0FD01}" destId="{8F11F73F-0F27-8149-8DBA-AD2CEE933130}" srcOrd="1" destOrd="0" presId="urn:microsoft.com/office/officeart/2005/8/layout/orgChart1"/>
    <dgm:cxn modelId="{D930C48E-0334-C742-8676-54D1B2E15879}" type="presParOf" srcId="{AFBAD5C7-2C1F-CD44-95F0-CB1F8FC6641E}" destId="{685EACA1-CA57-6C4E-99D3-A1315C92DED0}" srcOrd="1" destOrd="0" presId="urn:microsoft.com/office/officeart/2005/8/layout/orgChart1"/>
    <dgm:cxn modelId="{A1F495F5-7486-E44C-9135-F008C80D98ED}" type="presParOf" srcId="{AFBAD5C7-2C1F-CD44-95F0-CB1F8FC6641E}" destId="{6C5BC7AD-7321-A747-B2FF-91DFAD0F9EEC}" srcOrd="2" destOrd="0" presId="urn:microsoft.com/office/officeart/2005/8/layout/orgChart1"/>
    <dgm:cxn modelId="{436E338A-F707-EE4C-9F8C-22201D36ACAB}" type="presParOf" srcId="{0DB13CB5-B626-F644-A689-E85B1B9FC24E}" destId="{BA2BC982-BE55-4446-BA51-C0862EBC7EFD}" srcOrd="2" destOrd="0" presId="urn:microsoft.com/office/officeart/2005/8/layout/orgChart1"/>
    <dgm:cxn modelId="{8F687AFB-A367-A04D-86F3-2AE03D6E05BA}" type="presParOf" srcId="{9BEEAABE-442B-4842-9C4C-A43BC0A29F6C}" destId="{1903AEA8-9A85-3D4B-AB14-1C18C18ADE9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F7FA0-D569-6B44-8A10-F02661A535D4}">
      <dsp:nvSpPr>
        <dsp:cNvPr id="0" name=""/>
        <dsp:cNvSpPr/>
      </dsp:nvSpPr>
      <dsp:spPr>
        <a:xfrm>
          <a:off x="4822185" y="802225"/>
          <a:ext cx="3703082" cy="348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022"/>
              </a:lnTo>
              <a:lnTo>
                <a:pt x="3703082" y="244022"/>
              </a:lnTo>
              <a:lnTo>
                <a:pt x="3703082" y="34841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B88280-1762-644A-920B-FFCC1493D596}">
      <dsp:nvSpPr>
        <dsp:cNvPr id="0" name=""/>
        <dsp:cNvSpPr/>
      </dsp:nvSpPr>
      <dsp:spPr>
        <a:xfrm>
          <a:off x="4822185" y="802225"/>
          <a:ext cx="2543793" cy="348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022"/>
              </a:lnTo>
              <a:lnTo>
                <a:pt x="2543793" y="244022"/>
              </a:lnTo>
              <a:lnTo>
                <a:pt x="2543793" y="34841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047BD-1C1B-9F46-B48D-BFCF65CD176C}">
      <dsp:nvSpPr>
        <dsp:cNvPr id="0" name=""/>
        <dsp:cNvSpPr/>
      </dsp:nvSpPr>
      <dsp:spPr>
        <a:xfrm>
          <a:off x="6163881" y="2475140"/>
          <a:ext cx="1223500" cy="15434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055"/>
              </a:lnTo>
              <a:lnTo>
                <a:pt x="1223500" y="1439055"/>
              </a:lnTo>
              <a:lnTo>
                <a:pt x="1223500" y="15434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31527-5779-E144-97DF-5B11C1A66824}">
      <dsp:nvSpPr>
        <dsp:cNvPr id="0" name=""/>
        <dsp:cNvSpPr/>
      </dsp:nvSpPr>
      <dsp:spPr>
        <a:xfrm>
          <a:off x="6118161" y="2475140"/>
          <a:ext cx="91440" cy="15434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39055"/>
              </a:lnTo>
              <a:lnTo>
                <a:pt x="109931" y="1439055"/>
              </a:lnTo>
              <a:lnTo>
                <a:pt x="109931" y="15434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C57FA3-12BA-7546-B62B-85F9DB9778CB}">
      <dsp:nvSpPr>
        <dsp:cNvPr id="0" name=""/>
        <dsp:cNvSpPr/>
      </dsp:nvSpPr>
      <dsp:spPr>
        <a:xfrm>
          <a:off x="5068802" y="2475140"/>
          <a:ext cx="1095078" cy="1543446"/>
        </a:xfrm>
        <a:custGeom>
          <a:avLst/>
          <a:gdLst/>
          <a:ahLst/>
          <a:cxnLst/>
          <a:rect l="0" t="0" r="0" b="0"/>
          <a:pathLst>
            <a:path>
              <a:moveTo>
                <a:pt x="1095078" y="0"/>
              </a:moveTo>
              <a:lnTo>
                <a:pt x="1095078" y="1439055"/>
              </a:lnTo>
              <a:lnTo>
                <a:pt x="0" y="1439055"/>
              </a:lnTo>
              <a:lnTo>
                <a:pt x="0" y="15434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B94D2D-985D-5C43-A6E0-FAAEDC273BA4}">
      <dsp:nvSpPr>
        <dsp:cNvPr id="0" name=""/>
        <dsp:cNvSpPr/>
      </dsp:nvSpPr>
      <dsp:spPr>
        <a:xfrm>
          <a:off x="6118161" y="1598030"/>
          <a:ext cx="91440" cy="429718"/>
        </a:xfrm>
        <a:custGeom>
          <a:avLst/>
          <a:gdLst/>
          <a:ahLst/>
          <a:cxnLst/>
          <a:rect l="0" t="0" r="0" b="0"/>
          <a:pathLst>
            <a:path>
              <a:moveTo>
                <a:pt x="88527" y="0"/>
              </a:moveTo>
              <a:lnTo>
                <a:pt x="88527" y="325327"/>
              </a:lnTo>
              <a:lnTo>
                <a:pt x="45720" y="325327"/>
              </a:lnTo>
              <a:lnTo>
                <a:pt x="45720" y="42971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559AE-9288-E94D-9E4A-D5397630EBC7}">
      <dsp:nvSpPr>
        <dsp:cNvPr id="0" name=""/>
        <dsp:cNvSpPr/>
      </dsp:nvSpPr>
      <dsp:spPr>
        <a:xfrm>
          <a:off x="4822185" y="802225"/>
          <a:ext cx="1384503" cy="348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022"/>
              </a:lnTo>
              <a:lnTo>
                <a:pt x="1384503" y="244022"/>
              </a:lnTo>
              <a:lnTo>
                <a:pt x="1384503" y="34841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45D730-3DCF-814E-B273-997539F61AC4}">
      <dsp:nvSpPr>
        <dsp:cNvPr id="0" name=""/>
        <dsp:cNvSpPr/>
      </dsp:nvSpPr>
      <dsp:spPr>
        <a:xfrm>
          <a:off x="2244415" y="2251713"/>
          <a:ext cx="1693716" cy="891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603"/>
              </a:lnTo>
              <a:lnTo>
                <a:pt x="1693716" y="787603"/>
              </a:lnTo>
              <a:lnTo>
                <a:pt x="1693716" y="891994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116D0-134C-2246-9B81-031E59E19302}">
      <dsp:nvSpPr>
        <dsp:cNvPr id="0" name=""/>
        <dsp:cNvSpPr/>
      </dsp:nvSpPr>
      <dsp:spPr>
        <a:xfrm>
          <a:off x="2244415" y="2251713"/>
          <a:ext cx="592217" cy="889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5245"/>
              </a:lnTo>
              <a:lnTo>
                <a:pt x="592217" y="785245"/>
              </a:lnTo>
              <a:lnTo>
                <a:pt x="592217" y="88963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58957-0E72-E54D-B2E8-90C2B6F7E768}">
      <dsp:nvSpPr>
        <dsp:cNvPr id="0" name=""/>
        <dsp:cNvSpPr/>
      </dsp:nvSpPr>
      <dsp:spPr>
        <a:xfrm>
          <a:off x="1677343" y="2251713"/>
          <a:ext cx="567072" cy="889636"/>
        </a:xfrm>
        <a:custGeom>
          <a:avLst/>
          <a:gdLst/>
          <a:ahLst/>
          <a:cxnLst/>
          <a:rect l="0" t="0" r="0" b="0"/>
          <a:pathLst>
            <a:path>
              <a:moveTo>
                <a:pt x="567072" y="0"/>
              </a:moveTo>
              <a:lnTo>
                <a:pt x="567072" y="785245"/>
              </a:lnTo>
              <a:lnTo>
                <a:pt x="0" y="785245"/>
              </a:lnTo>
              <a:lnTo>
                <a:pt x="0" y="88963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3897D-697C-F74B-B5A4-FCCB45C868A2}">
      <dsp:nvSpPr>
        <dsp:cNvPr id="0" name=""/>
        <dsp:cNvSpPr/>
      </dsp:nvSpPr>
      <dsp:spPr>
        <a:xfrm>
          <a:off x="518053" y="2251713"/>
          <a:ext cx="1726361" cy="889636"/>
        </a:xfrm>
        <a:custGeom>
          <a:avLst/>
          <a:gdLst/>
          <a:ahLst/>
          <a:cxnLst/>
          <a:rect l="0" t="0" r="0" b="0"/>
          <a:pathLst>
            <a:path>
              <a:moveTo>
                <a:pt x="1726361" y="0"/>
              </a:moveTo>
              <a:lnTo>
                <a:pt x="1726361" y="785245"/>
              </a:lnTo>
              <a:lnTo>
                <a:pt x="0" y="785245"/>
              </a:lnTo>
              <a:lnTo>
                <a:pt x="0" y="88963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F5AB21-DEBA-6D43-909D-144E7BBE3C16}">
      <dsp:nvSpPr>
        <dsp:cNvPr id="0" name=""/>
        <dsp:cNvSpPr/>
      </dsp:nvSpPr>
      <dsp:spPr>
        <a:xfrm>
          <a:off x="2116960" y="1602410"/>
          <a:ext cx="91440" cy="20191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7519"/>
              </a:lnTo>
              <a:lnTo>
                <a:pt x="127454" y="97519"/>
              </a:lnTo>
              <a:lnTo>
                <a:pt x="127454" y="20191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4A009-63EA-564C-BE2E-9A5B9A099B1A}">
      <dsp:nvSpPr>
        <dsp:cNvPr id="0" name=""/>
        <dsp:cNvSpPr/>
      </dsp:nvSpPr>
      <dsp:spPr>
        <a:xfrm>
          <a:off x="2162680" y="802225"/>
          <a:ext cx="2659504" cy="352793"/>
        </a:xfrm>
        <a:custGeom>
          <a:avLst/>
          <a:gdLst/>
          <a:ahLst/>
          <a:cxnLst/>
          <a:rect l="0" t="0" r="0" b="0"/>
          <a:pathLst>
            <a:path>
              <a:moveTo>
                <a:pt x="2659504" y="0"/>
              </a:moveTo>
              <a:lnTo>
                <a:pt x="2659504" y="248402"/>
              </a:lnTo>
              <a:lnTo>
                <a:pt x="0" y="248402"/>
              </a:lnTo>
              <a:lnTo>
                <a:pt x="0" y="35279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51C62D-A2B2-264B-AE5B-4ADC75D45846}">
      <dsp:nvSpPr>
        <dsp:cNvPr id="0" name=""/>
        <dsp:cNvSpPr/>
      </dsp:nvSpPr>
      <dsp:spPr>
        <a:xfrm>
          <a:off x="1045687" y="1608701"/>
          <a:ext cx="91440" cy="258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849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202DC8-7A42-1E4D-B461-A2486E826A1D}">
      <dsp:nvSpPr>
        <dsp:cNvPr id="0" name=""/>
        <dsp:cNvSpPr/>
      </dsp:nvSpPr>
      <dsp:spPr>
        <a:xfrm>
          <a:off x="1091407" y="802225"/>
          <a:ext cx="3730777" cy="359084"/>
        </a:xfrm>
        <a:custGeom>
          <a:avLst/>
          <a:gdLst/>
          <a:ahLst/>
          <a:cxnLst/>
          <a:rect l="0" t="0" r="0" b="0"/>
          <a:pathLst>
            <a:path>
              <a:moveTo>
                <a:pt x="3730777" y="0"/>
              </a:moveTo>
              <a:lnTo>
                <a:pt x="3730777" y="254692"/>
              </a:lnTo>
              <a:lnTo>
                <a:pt x="0" y="254692"/>
              </a:lnTo>
              <a:lnTo>
                <a:pt x="0" y="35908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E8C35A-3BAD-3C40-82AD-D870F5167047}">
      <dsp:nvSpPr>
        <dsp:cNvPr id="0" name=""/>
        <dsp:cNvSpPr/>
      </dsp:nvSpPr>
      <dsp:spPr>
        <a:xfrm>
          <a:off x="4390136" y="354834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smtClean="0"/>
            <a:t>Menu</a:t>
          </a:r>
          <a:endParaRPr lang="pt-PT" sz="900" kern="1200" dirty="0"/>
        </a:p>
      </dsp:txBody>
      <dsp:txXfrm>
        <a:off x="4390136" y="354834"/>
        <a:ext cx="864097" cy="447391"/>
      </dsp:txXfrm>
    </dsp:sp>
    <dsp:sp modelId="{96ACCEBD-18E7-B74D-82EC-F05FAF76BAF9}">
      <dsp:nvSpPr>
        <dsp:cNvPr id="0" name=""/>
        <dsp:cNvSpPr/>
      </dsp:nvSpPr>
      <dsp:spPr>
        <a:xfrm>
          <a:off x="4562955" y="702805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4562955" y="702805"/>
        <a:ext cx="777687" cy="149130"/>
      </dsp:txXfrm>
    </dsp:sp>
    <dsp:sp modelId="{75E9A8D2-4758-4441-A8C5-5F2A2CD2A1E1}">
      <dsp:nvSpPr>
        <dsp:cNvPr id="0" name=""/>
        <dsp:cNvSpPr/>
      </dsp:nvSpPr>
      <dsp:spPr>
        <a:xfrm>
          <a:off x="659359" y="116130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Add</a:t>
          </a:r>
          <a:endParaRPr lang="pt-PT" sz="900" kern="1200" dirty="0"/>
        </a:p>
      </dsp:txBody>
      <dsp:txXfrm>
        <a:off x="659359" y="1161309"/>
        <a:ext cx="864097" cy="447391"/>
      </dsp:txXfrm>
    </dsp:sp>
    <dsp:sp modelId="{71F5D4AB-77F8-0B4C-BF6D-DF4AD8D079DD}">
      <dsp:nvSpPr>
        <dsp:cNvPr id="0" name=""/>
        <dsp:cNvSpPr/>
      </dsp:nvSpPr>
      <dsp:spPr>
        <a:xfrm>
          <a:off x="832185" y="1509279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832185" y="1509279"/>
        <a:ext cx="777687" cy="149130"/>
      </dsp:txXfrm>
    </dsp:sp>
    <dsp:sp modelId="{796A9653-78C1-494B-9370-7AC6ADC2C4FF}">
      <dsp:nvSpPr>
        <dsp:cNvPr id="0" name=""/>
        <dsp:cNvSpPr/>
      </dsp:nvSpPr>
      <dsp:spPr>
        <a:xfrm>
          <a:off x="659359" y="1867193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Add</a:t>
          </a:r>
          <a:r>
            <a:rPr lang="pt-PT" sz="900" kern="1200" dirty="0" smtClean="0"/>
            <a:t> a </a:t>
          </a:r>
          <a:r>
            <a:rPr lang="pt-PT" sz="900" kern="1200" dirty="0" err="1" smtClean="0"/>
            <a:t>member</a:t>
          </a:r>
          <a:r>
            <a:rPr lang="pt-PT" sz="900" kern="1200" dirty="0" smtClean="0"/>
            <a:t> to a </a:t>
          </a:r>
          <a:r>
            <a:rPr lang="pt-PT" sz="900" kern="1200" dirty="0" err="1" smtClean="0"/>
            <a:t>list</a:t>
          </a:r>
          <a:endParaRPr lang="pt-PT" sz="900" kern="1200" dirty="0"/>
        </a:p>
      </dsp:txBody>
      <dsp:txXfrm>
        <a:off x="659359" y="1867193"/>
        <a:ext cx="864097" cy="447391"/>
      </dsp:txXfrm>
    </dsp:sp>
    <dsp:sp modelId="{0121114B-7C96-1A49-BDF0-77FABACAA180}">
      <dsp:nvSpPr>
        <dsp:cNvPr id="0" name=""/>
        <dsp:cNvSpPr/>
      </dsp:nvSpPr>
      <dsp:spPr>
        <a:xfrm>
          <a:off x="787328" y="2224821"/>
          <a:ext cx="777687" cy="51239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Information</a:t>
          </a:r>
          <a:r>
            <a:rPr lang="pt-PT" sz="600" kern="1200" dirty="0" smtClean="0"/>
            <a:t>:</a:t>
          </a:r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smtClean="0"/>
            <a:t>Email</a:t>
          </a:r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First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name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Last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name</a:t>
          </a:r>
          <a:endParaRPr lang="pt-PT" sz="600" kern="1200" dirty="0" smtClean="0"/>
        </a:p>
      </dsp:txBody>
      <dsp:txXfrm>
        <a:off x="787328" y="2224821"/>
        <a:ext cx="777687" cy="512392"/>
      </dsp:txXfrm>
    </dsp:sp>
    <dsp:sp modelId="{32739360-1153-BB4E-A9BF-CA435DECEBC8}">
      <dsp:nvSpPr>
        <dsp:cNvPr id="0" name=""/>
        <dsp:cNvSpPr/>
      </dsp:nvSpPr>
      <dsp:spPr>
        <a:xfrm>
          <a:off x="1730631" y="115501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Reports</a:t>
          </a:r>
          <a:endParaRPr lang="pt-PT" sz="900" kern="1200" dirty="0"/>
        </a:p>
      </dsp:txBody>
      <dsp:txXfrm>
        <a:off x="1730631" y="1155019"/>
        <a:ext cx="864097" cy="447391"/>
      </dsp:txXfrm>
    </dsp:sp>
    <dsp:sp modelId="{D11A5F7E-ED33-FA46-8B5F-1045E85CE552}">
      <dsp:nvSpPr>
        <dsp:cNvPr id="0" name=""/>
        <dsp:cNvSpPr/>
      </dsp:nvSpPr>
      <dsp:spPr>
        <a:xfrm>
          <a:off x="1903456" y="1502992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1903456" y="1502992"/>
        <a:ext cx="777687" cy="149130"/>
      </dsp:txXfrm>
    </dsp:sp>
    <dsp:sp modelId="{606521C8-341E-2047-B55A-B30B4E9B5D0D}">
      <dsp:nvSpPr>
        <dsp:cNvPr id="0" name=""/>
        <dsp:cNvSpPr/>
      </dsp:nvSpPr>
      <dsp:spPr>
        <a:xfrm>
          <a:off x="1812366" y="1804322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Lists</a:t>
          </a:r>
          <a:r>
            <a:rPr lang="pt-PT" sz="900" kern="1200" dirty="0" smtClean="0"/>
            <a:t> </a:t>
          </a:r>
          <a:r>
            <a:rPr lang="pt-PT" sz="900" kern="1200" dirty="0" err="1" smtClean="0"/>
            <a:t>all</a:t>
          </a:r>
          <a:r>
            <a:rPr lang="pt-PT" sz="900" kern="1200" dirty="0" smtClean="0"/>
            <a:t> </a:t>
          </a:r>
          <a:r>
            <a:rPr lang="pt-PT" sz="900" kern="1200" dirty="0" err="1" smtClean="0"/>
            <a:t>reports</a:t>
          </a:r>
          <a:r>
            <a:rPr lang="pt-PT" sz="900" kern="1200" dirty="0" smtClean="0"/>
            <a:t> </a:t>
          </a:r>
          <a:r>
            <a:rPr lang="pt-PT" sz="900" kern="1200" dirty="0" err="1" smtClean="0"/>
            <a:t>from</a:t>
          </a:r>
          <a:r>
            <a:rPr lang="pt-PT" sz="900" kern="1200" dirty="0" smtClean="0"/>
            <a:t> </a:t>
          </a:r>
          <a:r>
            <a:rPr lang="pt-PT" sz="900" kern="1200" dirty="0" err="1" smtClean="0"/>
            <a:t>sent</a:t>
          </a:r>
          <a:r>
            <a:rPr lang="pt-PT" sz="900" kern="1200" dirty="0" smtClean="0"/>
            <a:t> </a:t>
          </a:r>
          <a:r>
            <a:rPr lang="pt-PT" sz="900" kern="1200" dirty="0" err="1" smtClean="0"/>
            <a:t>campaigns</a:t>
          </a:r>
          <a:endParaRPr lang="pt-PT" sz="900" kern="1200" dirty="0"/>
        </a:p>
      </dsp:txBody>
      <dsp:txXfrm>
        <a:off x="1812366" y="1804322"/>
        <a:ext cx="864097" cy="447391"/>
      </dsp:txXfrm>
    </dsp:sp>
    <dsp:sp modelId="{21C51C96-8E57-4643-AFB3-E4AFBA51E0E9}">
      <dsp:nvSpPr>
        <dsp:cNvPr id="0" name=""/>
        <dsp:cNvSpPr/>
      </dsp:nvSpPr>
      <dsp:spPr>
        <a:xfrm>
          <a:off x="1992315" y="2188264"/>
          <a:ext cx="777687" cy="55075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smtClean="0"/>
            <a:t>Some </a:t>
          </a:r>
          <a:r>
            <a:rPr lang="pt-PT" sz="600" kern="1200" dirty="0" err="1" smtClean="0"/>
            <a:t>details</a:t>
          </a:r>
          <a:r>
            <a:rPr lang="pt-PT" sz="600" kern="1200" dirty="0" smtClean="0"/>
            <a:t> can </a:t>
          </a:r>
          <a:r>
            <a:rPr lang="pt-PT" sz="600" kern="1200" dirty="0" err="1" smtClean="0"/>
            <a:t>be</a:t>
          </a:r>
          <a:r>
            <a:rPr lang="pt-PT" sz="600" kern="1200" dirty="0" smtClean="0"/>
            <a:t> </a:t>
          </a:r>
          <a:r>
            <a:rPr lang="pt-PT" sz="600" kern="1200" dirty="0" err="1" smtClean="0"/>
            <a:t>previewd</a:t>
          </a:r>
          <a:r>
            <a:rPr lang="pt-PT" sz="600" kern="1200" dirty="0" smtClean="0"/>
            <a:t>:</a:t>
          </a:r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Sent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Delivered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Bounced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/>
        </a:p>
      </dsp:txBody>
      <dsp:txXfrm>
        <a:off x="1992315" y="2188264"/>
        <a:ext cx="777687" cy="550753"/>
      </dsp:txXfrm>
    </dsp:sp>
    <dsp:sp modelId="{1A976E49-657F-704F-A3F6-D1AE66B7B36F}">
      <dsp:nvSpPr>
        <dsp:cNvPr id="0" name=""/>
        <dsp:cNvSpPr/>
      </dsp:nvSpPr>
      <dsp:spPr>
        <a:xfrm>
          <a:off x="86004" y="314134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Details</a:t>
          </a:r>
          <a:r>
            <a:rPr lang="pt-PT" sz="900" kern="1200" dirty="0" smtClean="0"/>
            <a:t> </a:t>
          </a:r>
          <a:r>
            <a:rPr lang="pt-PT" sz="900" kern="1200" dirty="0" err="1" smtClean="0"/>
            <a:t>tab</a:t>
          </a:r>
          <a:endParaRPr lang="pt-PT" sz="900" kern="1200" dirty="0"/>
        </a:p>
      </dsp:txBody>
      <dsp:txXfrm>
        <a:off x="86004" y="3141349"/>
        <a:ext cx="864097" cy="447391"/>
      </dsp:txXfrm>
    </dsp:sp>
    <dsp:sp modelId="{406778AF-E5B2-C144-B983-7ADB125DEE4B}">
      <dsp:nvSpPr>
        <dsp:cNvPr id="0" name=""/>
        <dsp:cNvSpPr/>
      </dsp:nvSpPr>
      <dsp:spPr>
        <a:xfrm>
          <a:off x="265955" y="3520152"/>
          <a:ext cx="777687" cy="7010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Sent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Delivered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Bounced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Click</a:t>
          </a:r>
          <a:r>
            <a:rPr lang="pt-PT" sz="600" kern="1200" dirty="0" smtClean="0"/>
            <a:t> rate </a:t>
          </a:r>
          <a:r>
            <a:rPr lang="pt-PT" sz="600" kern="1200" dirty="0" err="1" smtClean="0"/>
            <a:t>percentage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Complaints</a:t>
          </a:r>
          <a:r>
            <a:rPr lang="pt-PT" sz="600" kern="1200" dirty="0" smtClean="0"/>
            <a:t> </a:t>
          </a:r>
          <a:r>
            <a:rPr lang="pt-PT" sz="600" kern="1200" dirty="0" err="1" smtClean="0"/>
            <a:t>number</a:t>
          </a:r>
          <a:endParaRPr lang="pt-PT" sz="600" kern="1200" dirty="0" smtClean="0"/>
        </a:p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Much</a:t>
          </a:r>
          <a:r>
            <a:rPr lang="pt-PT" sz="600" kern="1200" dirty="0" smtClean="0"/>
            <a:t> more</a:t>
          </a:r>
          <a:endParaRPr lang="pt-PT" sz="600" kern="1200" dirty="0"/>
        </a:p>
      </dsp:txBody>
      <dsp:txXfrm>
        <a:off x="265955" y="3520152"/>
        <a:ext cx="777687" cy="701029"/>
      </dsp:txXfrm>
    </dsp:sp>
    <dsp:sp modelId="{82F3A7F2-541D-4B43-A34B-CCD5A4DBFB70}">
      <dsp:nvSpPr>
        <dsp:cNvPr id="0" name=""/>
        <dsp:cNvSpPr/>
      </dsp:nvSpPr>
      <dsp:spPr>
        <a:xfrm>
          <a:off x="1245294" y="314134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Location</a:t>
          </a:r>
          <a:r>
            <a:rPr lang="pt-PT" sz="900" kern="1200" dirty="0" smtClean="0"/>
            <a:t> </a:t>
          </a:r>
          <a:r>
            <a:rPr lang="pt-PT" sz="900" kern="1200" dirty="0" err="1" smtClean="0"/>
            <a:t>tab</a:t>
          </a:r>
          <a:endParaRPr lang="pt-PT" sz="900" kern="1200" dirty="0"/>
        </a:p>
      </dsp:txBody>
      <dsp:txXfrm>
        <a:off x="1245294" y="3141349"/>
        <a:ext cx="864097" cy="447391"/>
      </dsp:txXfrm>
    </dsp:sp>
    <dsp:sp modelId="{B26A8303-EB25-7A41-A0B0-5DF6BB2210B7}">
      <dsp:nvSpPr>
        <dsp:cNvPr id="0" name=""/>
        <dsp:cNvSpPr/>
      </dsp:nvSpPr>
      <dsp:spPr>
        <a:xfrm>
          <a:off x="1418114" y="3489319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Location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of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opened</a:t>
          </a:r>
          <a:r>
            <a:rPr lang="pt-PT" sz="500" kern="1200" dirty="0" smtClean="0"/>
            <a:t> emails</a:t>
          </a:r>
          <a:endParaRPr lang="pt-PT" sz="500" kern="1200" dirty="0"/>
        </a:p>
      </dsp:txBody>
      <dsp:txXfrm>
        <a:off x="1418114" y="3489319"/>
        <a:ext cx="777687" cy="149130"/>
      </dsp:txXfrm>
    </dsp:sp>
    <dsp:sp modelId="{AC491496-2DE1-3F48-BDD1-5BD64231F7BE}">
      <dsp:nvSpPr>
        <dsp:cNvPr id="0" name=""/>
        <dsp:cNvSpPr/>
      </dsp:nvSpPr>
      <dsp:spPr>
        <a:xfrm>
          <a:off x="2404584" y="314134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Tweets</a:t>
          </a:r>
          <a:r>
            <a:rPr lang="pt-PT" sz="900" kern="1200" dirty="0" smtClean="0"/>
            <a:t> </a:t>
          </a:r>
          <a:r>
            <a:rPr lang="pt-PT" sz="900" kern="1200" dirty="0" err="1" smtClean="0"/>
            <a:t>tab</a:t>
          </a:r>
          <a:endParaRPr lang="pt-PT" sz="900" kern="1200" dirty="0"/>
        </a:p>
      </dsp:txBody>
      <dsp:txXfrm>
        <a:off x="2404584" y="3141349"/>
        <a:ext cx="864097" cy="447391"/>
      </dsp:txXfrm>
    </dsp:sp>
    <dsp:sp modelId="{6398F939-A6C4-EB45-93EB-1867F610E593}">
      <dsp:nvSpPr>
        <dsp:cNvPr id="0" name=""/>
        <dsp:cNvSpPr/>
      </dsp:nvSpPr>
      <dsp:spPr>
        <a:xfrm>
          <a:off x="2577403" y="3489319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lvl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600" kern="1200" dirty="0" err="1" smtClean="0"/>
            <a:t>Tweets</a:t>
          </a:r>
          <a:r>
            <a:rPr lang="pt-PT" sz="600" kern="1200" dirty="0" smtClean="0"/>
            <a:t> </a:t>
          </a:r>
          <a:r>
            <a:rPr lang="pt-PT" sz="600" kern="1200" dirty="0" err="1" smtClean="0"/>
            <a:t>and</a:t>
          </a:r>
          <a:r>
            <a:rPr lang="pt-PT" sz="600" kern="1200" dirty="0" smtClean="0"/>
            <a:t> </a:t>
          </a:r>
          <a:r>
            <a:rPr lang="pt-PT" sz="600" kern="1200" dirty="0" err="1" smtClean="0"/>
            <a:t>retweets</a:t>
          </a:r>
          <a:endParaRPr lang="pt-PT" sz="600" kern="1200" dirty="0"/>
        </a:p>
      </dsp:txBody>
      <dsp:txXfrm>
        <a:off x="2577403" y="3489319"/>
        <a:ext cx="777687" cy="149130"/>
      </dsp:txXfrm>
    </dsp:sp>
    <dsp:sp modelId="{8D0E0148-DCF0-4F40-AF8B-0F41998CA709}">
      <dsp:nvSpPr>
        <dsp:cNvPr id="0" name=""/>
        <dsp:cNvSpPr/>
      </dsp:nvSpPr>
      <dsp:spPr>
        <a:xfrm>
          <a:off x="3506083" y="3143707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smtClean="0"/>
            <a:t>Email </a:t>
          </a:r>
          <a:r>
            <a:rPr lang="pt-PT" sz="900" kern="1200" dirty="0" err="1" smtClean="0"/>
            <a:t>full</a:t>
          </a:r>
          <a:r>
            <a:rPr lang="pt-PT" sz="900" kern="1200" dirty="0" smtClean="0"/>
            <a:t> </a:t>
          </a:r>
          <a:r>
            <a:rPr lang="pt-PT" sz="900" kern="1200" dirty="0" err="1" smtClean="0"/>
            <a:t>report</a:t>
          </a:r>
          <a:endParaRPr lang="pt-PT" sz="900" kern="1200" dirty="0"/>
        </a:p>
      </dsp:txBody>
      <dsp:txXfrm>
        <a:off x="3506083" y="3143707"/>
        <a:ext cx="864097" cy="447391"/>
      </dsp:txXfrm>
    </dsp:sp>
    <dsp:sp modelId="{8651B497-0DA5-F344-8EE5-A66E97642304}">
      <dsp:nvSpPr>
        <dsp:cNvPr id="0" name=""/>
        <dsp:cNvSpPr/>
      </dsp:nvSpPr>
      <dsp:spPr>
        <a:xfrm>
          <a:off x="3664625" y="3491677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3664625" y="3491677"/>
        <a:ext cx="777687" cy="149130"/>
      </dsp:txXfrm>
    </dsp:sp>
    <dsp:sp modelId="{8638B934-2E5F-3141-8758-1DB97F2F0F33}">
      <dsp:nvSpPr>
        <dsp:cNvPr id="0" name=""/>
        <dsp:cNvSpPr/>
      </dsp:nvSpPr>
      <dsp:spPr>
        <a:xfrm>
          <a:off x="5774639" y="115063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Lists</a:t>
          </a:r>
          <a:endParaRPr lang="pt-PT" sz="900" kern="1200" dirty="0"/>
        </a:p>
      </dsp:txBody>
      <dsp:txXfrm>
        <a:off x="5774639" y="1150639"/>
        <a:ext cx="864097" cy="447391"/>
      </dsp:txXfrm>
    </dsp:sp>
    <dsp:sp modelId="{66E6BF7C-C219-C043-BB34-BC47F6C2D679}">
      <dsp:nvSpPr>
        <dsp:cNvPr id="0" name=""/>
        <dsp:cNvSpPr/>
      </dsp:nvSpPr>
      <dsp:spPr>
        <a:xfrm>
          <a:off x="5947461" y="1498612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5947461" y="1498612"/>
        <a:ext cx="777687" cy="149130"/>
      </dsp:txXfrm>
    </dsp:sp>
    <dsp:sp modelId="{7A774636-7B60-A449-8BD5-14E0E46DEEC1}">
      <dsp:nvSpPr>
        <dsp:cNvPr id="0" name=""/>
        <dsp:cNvSpPr/>
      </dsp:nvSpPr>
      <dsp:spPr>
        <a:xfrm>
          <a:off x="5731832" y="202774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List</a:t>
          </a:r>
          <a:r>
            <a:rPr lang="pt-PT" sz="900" kern="1200" dirty="0" smtClean="0"/>
            <a:t> </a:t>
          </a:r>
          <a:r>
            <a:rPr lang="pt-PT" sz="900" kern="1200" dirty="0" err="1" smtClean="0"/>
            <a:t>all</a:t>
          </a:r>
          <a:r>
            <a:rPr lang="pt-PT" sz="900" kern="1200" dirty="0" smtClean="0"/>
            <a:t> </a:t>
          </a:r>
          <a:r>
            <a:rPr lang="pt-PT" sz="900" kern="1200" dirty="0" err="1" smtClean="0"/>
            <a:t>subscriber</a:t>
          </a:r>
          <a:r>
            <a:rPr lang="pt-PT" sz="900" kern="1200" dirty="0" smtClean="0"/>
            <a:t> </a:t>
          </a:r>
          <a:r>
            <a:rPr lang="pt-PT" sz="900" kern="1200" dirty="0" err="1" smtClean="0"/>
            <a:t>lists</a:t>
          </a:r>
          <a:endParaRPr lang="pt-PT" sz="900" kern="1200" dirty="0"/>
        </a:p>
      </dsp:txBody>
      <dsp:txXfrm>
        <a:off x="5731832" y="2027749"/>
        <a:ext cx="864097" cy="447391"/>
      </dsp:txXfrm>
    </dsp:sp>
    <dsp:sp modelId="{075E499B-5B8A-8A41-B964-2CCA4FC18204}">
      <dsp:nvSpPr>
        <dsp:cNvPr id="0" name=""/>
        <dsp:cNvSpPr/>
      </dsp:nvSpPr>
      <dsp:spPr>
        <a:xfrm>
          <a:off x="5897518" y="2360704"/>
          <a:ext cx="777687" cy="23624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Has</a:t>
          </a:r>
          <a:r>
            <a:rPr lang="pt-PT" sz="500" kern="1200" dirty="0" smtClean="0"/>
            <a:t> a </a:t>
          </a:r>
          <a:r>
            <a:rPr lang="pt-PT" sz="500" kern="1200" dirty="0" err="1" smtClean="0"/>
            <a:t>preview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of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subscribers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number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and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rating</a:t>
          </a:r>
          <a:endParaRPr lang="pt-PT" sz="500" kern="1200" dirty="0" smtClean="0"/>
        </a:p>
      </dsp:txBody>
      <dsp:txXfrm>
        <a:off x="5897518" y="2360704"/>
        <a:ext cx="777687" cy="236240"/>
      </dsp:txXfrm>
    </dsp:sp>
    <dsp:sp modelId="{E43FA327-39DA-7B49-8AC9-8872F5FA70A8}">
      <dsp:nvSpPr>
        <dsp:cNvPr id="0" name=""/>
        <dsp:cNvSpPr/>
      </dsp:nvSpPr>
      <dsp:spPr>
        <a:xfrm>
          <a:off x="4636753" y="4018587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smtClean="0"/>
            <a:t>Show </a:t>
          </a:r>
          <a:r>
            <a:rPr lang="pt-PT" sz="900" kern="1200" dirty="0" err="1" smtClean="0"/>
            <a:t>detailed</a:t>
          </a:r>
          <a:r>
            <a:rPr lang="pt-PT" sz="900" kern="1200" dirty="0" smtClean="0"/>
            <a:t> </a:t>
          </a:r>
          <a:r>
            <a:rPr lang="pt-PT" sz="900" kern="1200" dirty="0" err="1" smtClean="0"/>
            <a:t>information</a:t>
          </a:r>
          <a:r>
            <a:rPr lang="pt-PT" sz="900" kern="1200" dirty="0" smtClean="0"/>
            <a:t> </a:t>
          </a:r>
          <a:r>
            <a:rPr lang="pt-PT" sz="900" kern="1200" dirty="0" err="1" smtClean="0"/>
            <a:t>on</a:t>
          </a:r>
          <a:r>
            <a:rPr lang="pt-PT" sz="900" kern="1200" dirty="0" smtClean="0"/>
            <a:t> </a:t>
          </a:r>
          <a:r>
            <a:rPr lang="pt-PT" sz="900" kern="1200" dirty="0" err="1" smtClean="0"/>
            <a:t>selection</a:t>
          </a:r>
          <a:endParaRPr lang="pt-PT" sz="900" kern="1200" dirty="0"/>
        </a:p>
      </dsp:txBody>
      <dsp:txXfrm>
        <a:off x="4636753" y="4018587"/>
        <a:ext cx="864097" cy="447391"/>
      </dsp:txXfrm>
    </dsp:sp>
    <dsp:sp modelId="{1328A88C-60B8-4B43-8B35-D20ABC9559B2}">
      <dsp:nvSpPr>
        <dsp:cNvPr id="0" name=""/>
        <dsp:cNvSpPr/>
      </dsp:nvSpPr>
      <dsp:spPr>
        <a:xfrm>
          <a:off x="4816704" y="4408939"/>
          <a:ext cx="777687" cy="74927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Details</a:t>
          </a:r>
          <a:r>
            <a:rPr lang="pt-PT" sz="500" kern="1200" dirty="0" smtClean="0"/>
            <a:t>:</a:t>
          </a:r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Subscribers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number</a:t>
          </a:r>
          <a:endParaRPr lang="pt-PT" sz="500" kern="1200" dirty="0" smtClean="0"/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Subscribed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since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last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send</a:t>
          </a:r>
          <a:endParaRPr lang="pt-PT" sz="500" kern="1200" dirty="0" smtClean="0"/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Unsubscribed</a:t>
          </a:r>
          <a:endParaRPr lang="pt-PT" sz="500" kern="1200" dirty="0" smtClean="0"/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Unsubscribed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since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last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send</a:t>
          </a:r>
          <a:endParaRPr lang="pt-PT" sz="500" kern="1200" dirty="0" smtClean="0"/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Clened</a:t>
          </a:r>
          <a:endParaRPr lang="pt-PT" sz="500" kern="1200" dirty="0" smtClean="0"/>
        </a:p>
        <a:p>
          <a:pPr lvl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Cleaned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since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last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send</a:t>
          </a:r>
          <a:endParaRPr lang="pt-PT" sz="500" kern="1200" dirty="0" smtClean="0"/>
        </a:p>
      </dsp:txBody>
      <dsp:txXfrm>
        <a:off x="4816704" y="4408939"/>
        <a:ext cx="777687" cy="749277"/>
      </dsp:txXfrm>
    </dsp:sp>
    <dsp:sp modelId="{CAB5A401-2276-A347-81B0-43CED99B73E4}">
      <dsp:nvSpPr>
        <dsp:cNvPr id="0" name=""/>
        <dsp:cNvSpPr/>
      </dsp:nvSpPr>
      <dsp:spPr>
        <a:xfrm>
          <a:off x="5796043" y="4018587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smtClean="0"/>
            <a:t>Show </a:t>
          </a:r>
          <a:r>
            <a:rPr lang="pt-PT" sz="900" kern="1200" dirty="0" err="1" smtClean="0"/>
            <a:t>all</a:t>
          </a:r>
          <a:r>
            <a:rPr lang="pt-PT" sz="900" kern="1200" dirty="0" smtClean="0"/>
            <a:t> </a:t>
          </a:r>
          <a:r>
            <a:rPr lang="pt-PT" sz="900" kern="1200" dirty="0" err="1" smtClean="0"/>
            <a:t>subscribers</a:t>
          </a:r>
          <a:r>
            <a:rPr lang="pt-PT" sz="900" kern="1200" dirty="0" smtClean="0"/>
            <a:t> </a:t>
          </a:r>
          <a:r>
            <a:rPr lang="pt-PT" sz="900" kern="1200" dirty="0" err="1" smtClean="0"/>
            <a:t>on</a:t>
          </a:r>
          <a:r>
            <a:rPr lang="pt-PT" sz="900" kern="1200" dirty="0" smtClean="0"/>
            <a:t> a </a:t>
          </a:r>
          <a:r>
            <a:rPr lang="pt-PT" sz="900" kern="1200" dirty="0" err="1" smtClean="0"/>
            <a:t>especific</a:t>
          </a:r>
          <a:r>
            <a:rPr lang="pt-PT" sz="900" kern="1200" dirty="0" smtClean="0"/>
            <a:t> </a:t>
          </a:r>
          <a:r>
            <a:rPr lang="pt-PT" sz="900" kern="1200" dirty="0" err="1" smtClean="0"/>
            <a:t>list</a:t>
          </a:r>
          <a:endParaRPr lang="pt-PT" sz="900" kern="1200" dirty="0"/>
        </a:p>
      </dsp:txBody>
      <dsp:txXfrm>
        <a:off x="5796043" y="4018587"/>
        <a:ext cx="864097" cy="447391"/>
      </dsp:txXfrm>
    </dsp:sp>
    <dsp:sp modelId="{DFB40A3D-D0B5-4749-9195-235FD1EAEF4F}">
      <dsp:nvSpPr>
        <dsp:cNvPr id="0" name=""/>
        <dsp:cNvSpPr/>
      </dsp:nvSpPr>
      <dsp:spPr>
        <a:xfrm>
          <a:off x="5947453" y="4416499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5947453" y="4416499"/>
        <a:ext cx="777687" cy="149130"/>
      </dsp:txXfrm>
    </dsp:sp>
    <dsp:sp modelId="{8695BDCF-52AC-9441-85DD-2B9C4C2089FE}">
      <dsp:nvSpPr>
        <dsp:cNvPr id="0" name=""/>
        <dsp:cNvSpPr/>
      </dsp:nvSpPr>
      <dsp:spPr>
        <a:xfrm>
          <a:off x="6955333" y="4018587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Adds</a:t>
          </a:r>
          <a:r>
            <a:rPr lang="pt-PT" sz="900" kern="1200" dirty="0" smtClean="0"/>
            <a:t> more </a:t>
          </a:r>
          <a:r>
            <a:rPr lang="pt-PT" sz="900" kern="1200" dirty="0" err="1" smtClean="0"/>
            <a:t>subscribers</a:t>
          </a:r>
          <a:endParaRPr lang="pt-PT" sz="900" kern="1200" dirty="0"/>
        </a:p>
      </dsp:txBody>
      <dsp:txXfrm>
        <a:off x="6955333" y="4018587"/>
        <a:ext cx="864097" cy="447391"/>
      </dsp:txXfrm>
    </dsp:sp>
    <dsp:sp modelId="{FD823F08-99AC-2B40-9B2C-661CC1ECBF6B}">
      <dsp:nvSpPr>
        <dsp:cNvPr id="0" name=""/>
        <dsp:cNvSpPr/>
      </dsp:nvSpPr>
      <dsp:spPr>
        <a:xfrm>
          <a:off x="7128152" y="4366558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7128152" y="4366558"/>
        <a:ext cx="777687" cy="149130"/>
      </dsp:txXfrm>
    </dsp:sp>
    <dsp:sp modelId="{464B9BC1-3EE4-504D-8569-9218F2FAFEA4}">
      <dsp:nvSpPr>
        <dsp:cNvPr id="0" name=""/>
        <dsp:cNvSpPr/>
      </dsp:nvSpPr>
      <dsp:spPr>
        <a:xfrm>
          <a:off x="6933929" y="115063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Chatter</a:t>
          </a:r>
          <a:endParaRPr lang="pt-PT" sz="900" kern="1200" dirty="0"/>
        </a:p>
      </dsp:txBody>
      <dsp:txXfrm>
        <a:off x="6933929" y="1150639"/>
        <a:ext cx="864097" cy="447391"/>
      </dsp:txXfrm>
    </dsp:sp>
    <dsp:sp modelId="{20BA0022-46AD-8D4B-89A4-E4876D39E04B}">
      <dsp:nvSpPr>
        <dsp:cNvPr id="0" name=""/>
        <dsp:cNvSpPr/>
      </dsp:nvSpPr>
      <dsp:spPr>
        <a:xfrm>
          <a:off x="7106750" y="1498612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7106750" y="1498612"/>
        <a:ext cx="777687" cy="149130"/>
      </dsp:txXfrm>
    </dsp:sp>
    <dsp:sp modelId="{4DBCBA4A-38CB-2D46-B065-728CE209827E}">
      <dsp:nvSpPr>
        <dsp:cNvPr id="0" name=""/>
        <dsp:cNvSpPr/>
      </dsp:nvSpPr>
      <dsp:spPr>
        <a:xfrm>
          <a:off x="8093219" y="1150639"/>
          <a:ext cx="864097" cy="44739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63132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900" kern="1200" dirty="0" err="1" smtClean="0"/>
            <a:t>Rewards</a:t>
          </a:r>
          <a:endParaRPr lang="pt-PT" sz="900" kern="1200" dirty="0"/>
        </a:p>
      </dsp:txBody>
      <dsp:txXfrm>
        <a:off x="8093219" y="1150639"/>
        <a:ext cx="864097" cy="447391"/>
      </dsp:txXfrm>
    </dsp:sp>
    <dsp:sp modelId="{7DAEEF50-40A4-C446-A895-CCA5659A4EBC}">
      <dsp:nvSpPr>
        <dsp:cNvPr id="0" name=""/>
        <dsp:cNvSpPr/>
      </dsp:nvSpPr>
      <dsp:spPr>
        <a:xfrm>
          <a:off x="8266040" y="1498612"/>
          <a:ext cx="777687" cy="149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900" kern="1200"/>
        </a:p>
      </dsp:txBody>
      <dsp:txXfrm>
        <a:off x="8266040" y="1498612"/>
        <a:ext cx="777687" cy="1491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BB4F7-CAD5-E24F-A805-D59ECE252C33}">
      <dsp:nvSpPr>
        <dsp:cNvPr id="0" name=""/>
        <dsp:cNvSpPr/>
      </dsp:nvSpPr>
      <dsp:spPr>
        <a:xfrm>
          <a:off x="3747879" y="2256594"/>
          <a:ext cx="91440" cy="899484"/>
        </a:xfrm>
        <a:custGeom>
          <a:avLst/>
          <a:gdLst/>
          <a:ahLst/>
          <a:cxnLst/>
          <a:rect l="0" t="0" r="0" b="0"/>
          <a:pathLst>
            <a:path>
              <a:moveTo>
                <a:pt x="126442" y="0"/>
              </a:moveTo>
              <a:lnTo>
                <a:pt x="126442" y="899484"/>
              </a:lnTo>
              <a:lnTo>
                <a:pt x="45720" y="899484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C0CB9-2508-4D46-801D-0FF4AAD5FE1E}">
      <dsp:nvSpPr>
        <dsp:cNvPr id="0" name=""/>
        <dsp:cNvSpPr/>
      </dsp:nvSpPr>
      <dsp:spPr>
        <a:xfrm>
          <a:off x="3828602" y="2256594"/>
          <a:ext cx="91440" cy="3536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643"/>
              </a:lnTo>
              <a:lnTo>
                <a:pt x="126442" y="35364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80A20-060B-664A-8032-67B0FAFF66C3}">
      <dsp:nvSpPr>
        <dsp:cNvPr id="0" name=""/>
        <dsp:cNvSpPr/>
      </dsp:nvSpPr>
      <dsp:spPr>
        <a:xfrm>
          <a:off x="3747879" y="2256594"/>
          <a:ext cx="91440" cy="353643"/>
        </a:xfrm>
        <a:custGeom>
          <a:avLst/>
          <a:gdLst/>
          <a:ahLst/>
          <a:cxnLst/>
          <a:rect l="0" t="0" r="0" b="0"/>
          <a:pathLst>
            <a:path>
              <a:moveTo>
                <a:pt x="126442" y="0"/>
              </a:moveTo>
              <a:lnTo>
                <a:pt x="126442" y="353643"/>
              </a:lnTo>
              <a:lnTo>
                <a:pt x="45720" y="35364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8FA91A-6125-2A45-9525-DCB14E914C74}">
      <dsp:nvSpPr>
        <dsp:cNvPr id="0" name=""/>
        <dsp:cNvSpPr/>
      </dsp:nvSpPr>
      <dsp:spPr>
        <a:xfrm>
          <a:off x="4258717" y="1710753"/>
          <a:ext cx="545841" cy="353643"/>
        </a:xfrm>
        <a:custGeom>
          <a:avLst/>
          <a:gdLst/>
          <a:ahLst/>
          <a:cxnLst/>
          <a:rect l="0" t="0" r="0" b="0"/>
          <a:pathLst>
            <a:path>
              <a:moveTo>
                <a:pt x="545841" y="0"/>
              </a:moveTo>
              <a:lnTo>
                <a:pt x="545841" y="353643"/>
              </a:lnTo>
              <a:lnTo>
                <a:pt x="0" y="35364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265074-D01D-4E48-8F24-D04EBC155E87}">
      <dsp:nvSpPr>
        <dsp:cNvPr id="0" name=""/>
        <dsp:cNvSpPr/>
      </dsp:nvSpPr>
      <dsp:spPr>
        <a:xfrm>
          <a:off x="7827826" y="3894117"/>
          <a:ext cx="930236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930236" y="80722"/>
              </a:lnTo>
              <a:lnTo>
                <a:pt x="930236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239AD-7EF2-B44D-B4FD-60A8CAB07EE5}">
      <dsp:nvSpPr>
        <dsp:cNvPr id="0" name=""/>
        <dsp:cNvSpPr/>
      </dsp:nvSpPr>
      <dsp:spPr>
        <a:xfrm>
          <a:off x="7782106" y="3894117"/>
          <a:ext cx="91440" cy="1614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EDA422-5120-734D-A996-B3D396FA26FC}">
      <dsp:nvSpPr>
        <dsp:cNvPr id="0" name=""/>
        <dsp:cNvSpPr/>
      </dsp:nvSpPr>
      <dsp:spPr>
        <a:xfrm>
          <a:off x="6897590" y="3894117"/>
          <a:ext cx="930236" cy="161445"/>
        </a:xfrm>
        <a:custGeom>
          <a:avLst/>
          <a:gdLst/>
          <a:ahLst/>
          <a:cxnLst/>
          <a:rect l="0" t="0" r="0" b="0"/>
          <a:pathLst>
            <a:path>
              <a:moveTo>
                <a:pt x="930236" y="0"/>
              </a:moveTo>
              <a:lnTo>
                <a:pt x="930236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6F35A3-94E7-8740-9367-8A0451B601FA}">
      <dsp:nvSpPr>
        <dsp:cNvPr id="0" name=""/>
        <dsp:cNvSpPr/>
      </dsp:nvSpPr>
      <dsp:spPr>
        <a:xfrm>
          <a:off x="4804559" y="1710753"/>
          <a:ext cx="3023267" cy="1798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8246"/>
              </a:lnTo>
              <a:lnTo>
                <a:pt x="3023267" y="1718246"/>
              </a:lnTo>
              <a:lnTo>
                <a:pt x="3023267" y="179896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F05E97-41FF-FF48-A3B9-6C6F83F6BDD4}">
      <dsp:nvSpPr>
        <dsp:cNvPr id="0" name=""/>
        <dsp:cNvSpPr/>
      </dsp:nvSpPr>
      <dsp:spPr>
        <a:xfrm>
          <a:off x="5921634" y="4439958"/>
          <a:ext cx="91440" cy="1614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368CFD-3F78-F247-840B-17F71E70D983}">
      <dsp:nvSpPr>
        <dsp:cNvPr id="0" name=""/>
        <dsp:cNvSpPr/>
      </dsp:nvSpPr>
      <dsp:spPr>
        <a:xfrm>
          <a:off x="5502236" y="3894117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465118" y="80722"/>
              </a:lnTo>
              <a:lnTo>
                <a:pt x="465118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D0353C-F272-3A46-BC2F-4F93B38EE3BB}">
      <dsp:nvSpPr>
        <dsp:cNvPr id="0" name=""/>
        <dsp:cNvSpPr/>
      </dsp:nvSpPr>
      <dsp:spPr>
        <a:xfrm>
          <a:off x="5037118" y="3894117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465118" y="0"/>
              </a:moveTo>
              <a:lnTo>
                <a:pt x="465118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D14B-8035-2446-B95E-041DF75FB469}">
      <dsp:nvSpPr>
        <dsp:cNvPr id="0" name=""/>
        <dsp:cNvSpPr/>
      </dsp:nvSpPr>
      <dsp:spPr>
        <a:xfrm>
          <a:off x="4804559" y="1710753"/>
          <a:ext cx="697677" cy="1798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8246"/>
              </a:lnTo>
              <a:lnTo>
                <a:pt x="697677" y="1718246"/>
              </a:lnTo>
              <a:lnTo>
                <a:pt x="697677" y="179896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61440-A039-2C4B-B407-DEFF36549732}">
      <dsp:nvSpPr>
        <dsp:cNvPr id="0" name=""/>
        <dsp:cNvSpPr/>
      </dsp:nvSpPr>
      <dsp:spPr>
        <a:xfrm>
          <a:off x="4106881" y="4439958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465118" y="80722"/>
              </a:lnTo>
              <a:lnTo>
                <a:pt x="465118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639959-E4AA-004A-823E-0A072F99415C}">
      <dsp:nvSpPr>
        <dsp:cNvPr id="0" name=""/>
        <dsp:cNvSpPr/>
      </dsp:nvSpPr>
      <dsp:spPr>
        <a:xfrm>
          <a:off x="3641763" y="4985799"/>
          <a:ext cx="2325590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2325590" y="80722"/>
              </a:lnTo>
              <a:lnTo>
                <a:pt x="232559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A208A-9B1D-2749-A4D3-835B2A745EB0}">
      <dsp:nvSpPr>
        <dsp:cNvPr id="0" name=""/>
        <dsp:cNvSpPr/>
      </dsp:nvSpPr>
      <dsp:spPr>
        <a:xfrm>
          <a:off x="3641763" y="4985799"/>
          <a:ext cx="1395354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1395354" y="80722"/>
              </a:lnTo>
              <a:lnTo>
                <a:pt x="1395354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6943D-9051-194D-8937-4F9893D34C2B}">
      <dsp:nvSpPr>
        <dsp:cNvPr id="0" name=""/>
        <dsp:cNvSpPr/>
      </dsp:nvSpPr>
      <dsp:spPr>
        <a:xfrm>
          <a:off x="3641763" y="4985799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465118" y="80722"/>
              </a:lnTo>
              <a:lnTo>
                <a:pt x="465118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E27C2-67C3-E847-910E-5BBC1BC9BD95}">
      <dsp:nvSpPr>
        <dsp:cNvPr id="0" name=""/>
        <dsp:cNvSpPr/>
      </dsp:nvSpPr>
      <dsp:spPr>
        <a:xfrm>
          <a:off x="3176645" y="4985799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465118" y="0"/>
              </a:moveTo>
              <a:lnTo>
                <a:pt x="465118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EEDC5-E2A4-DC43-845C-16C58B0560D7}">
      <dsp:nvSpPr>
        <dsp:cNvPr id="0" name=""/>
        <dsp:cNvSpPr/>
      </dsp:nvSpPr>
      <dsp:spPr>
        <a:xfrm>
          <a:off x="2246409" y="4985799"/>
          <a:ext cx="1395354" cy="161445"/>
        </a:xfrm>
        <a:custGeom>
          <a:avLst/>
          <a:gdLst/>
          <a:ahLst/>
          <a:cxnLst/>
          <a:rect l="0" t="0" r="0" b="0"/>
          <a:pathLst>
            <a:path>
              <a:moveTo>
                <a:pt x="1395354" y="0"/>
              </a:moveTo>
              <a:lnTo>
                <a:pt x="1395354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22C783-13B6-5546-9DAB-93E07475FAC0}">
      <dsp:nvSpPr>
        <dsp:cNvPr id="0" name=""/>
        <dsp:cNvSpPr/>
      </dsp:nvSpPr>
      <dsp:spPr>
        <a:xfrm>
          <a:off x="1316173" y="4985799"/>
          <a:ext cx="2325590" cy="161445"/>
        </a:xfrm>
        <a:custGeom>
          <a:avLst/>
          <a:gdLst/>
          <a:ahLst/>
          <a:cxnLst/>
          <a:rect l="0" t="0" r="0" b="0"/>
          <a:pathLst>
            <a:path>
              <a:moveTo>
                <a:pt x="2325590" y="0"/>
              </a:moveTo>
              <a:lnTo>
                <a:pt x="2325590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12245F-9696-3C4B-9DC8-D74BD7D65113}">
      <dsp:nvSpPr>
        <dsp:cNvPr id="0" name=""/>
        <dsp:cNvSpPr/>
      </dsp:nvSpPr>
      <dsp:spPr>
        <a:xfrm>
          <a:off x="3641763" y="4439958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465118" y="0"/>
              </a:moveTo>
              <a:lnTo>
                <a:pt x="465118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216475-B5E3-FA4F-AC07-AF05FC37E6F9}">
      <dsp:nvSpPr>
        <dsp:cNvPr id="0" name=""/>
        <dsp:cNvSpPr/>
      </dsp:nvSpPr>
      <dsp:spPr>
        <a:xfrm>
          <a:off x="4061161" y="3894117"/>
          <a:ext cx="91440" cy="1614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52B21-F296-7143-95F8-1962BFE992AD}">
      <dsp:nvSpPr>
        <dsp:cNvPr id="0" name=""/>
        <dsp:cNvSpPr/>
      </dsp:nvSpPr>
      <dsp:spPr>
        <a:xfrm>
          <a:off x="4106881" y="1710753"/>
          <a:ext cx="697677" cy="1798969"/>
        </a:xfrm>
        <a:custGeom>
          <a:avLst/>
          <a:gdLst/>
          <a:ahLst/>
          <a:cxnLst/>
          <a:rect l="0" t="0" r="0" b="0"/>
          <a:pathLst>
            <a:path>
              <a:moveTo>
                <a:pt x="697677" y="0"/>
              </a:moveTo>
              <a:lnTo>
                <a:pt x="697677" y="1718246"/>
              </a:lnTo>
              <a:lnTo>
                <a:pt x="0" y="1718246"/>
              </a:lnTo>
              <a:lnTo>
                <a:pt x="0" y="179896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17D6D-0025-7B45-AEB1-E0D5B38452A7}">
      <dsp:nvSpPr>
        <dsp:cNvPr id="0" name=""/>
        <dsp:cNvSpPr/>
      </dsp:nvSpPr>
      <dsp:spPr>
        <a:xfrm>
          <a:off x="1781291" y="3894117"/>
          <a:ext cx="1395354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1395354" y="80722"/>
              </a:lnTo>
              <a:lnTo>
                <a:pt x="1395354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9AC3B6-2B85-A641-B3B1-05C9BE1CFF49}">
      <dsp:nvSpPr>
        <dsp:cNvPr id="0" name=""/>
        <dsp:cNvSpPr/>
      </dsp:nvSpPr>
      <dsp:spPr>
        <a:xfrm>
          <a:off x="1781291" y="3894117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722"/>
              </a:lnTo>
              <a:lnTo>
                <a:pt x="465118" y="80722"/>
              </a:lnTo>
              <a:lnTo>
                <a:pt x="465118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F00A3-9546-0745-B8EB-7339C8C2B952}">
      <dsp:nvSpPr>
        <dsp:cNvPr id="0" name=""/>
        <dsp:cNvSpPr/>
      </dsp:nvSpPr>
      <dsp:spPr>
        <a:xfrm>
          <a:off x="1316173" y="3894117"/>
          <a:ext cx="465118" cy="161445"/>
        </a:xfrm>
        <a:custGeom>
          <a:avLst/>
          <a:gdLst/>
          <a:ahLst/>
          <a:cxnLst/>
          <a:rect l="0" t="0" r="0" b="0"/>
          <a:pathLst>
            <a:path>
              <a:moveTo>
                <a:pt x="465118" y="0"/>
              </a:moveTo>
              <a:lnTo>
                <a:pt x="465118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4B495-1D17-8444-9396-5A806BDCD6B5}">
      <dsp:nvSpPr>
        <dsp:cNvPr id="0" name=""/>
        <dsp:cNvSpPr/>
      </dsp:nvSpPr>
      <dsp:spPr>
        <a:xfrm>
          <a:off x="385936" y="3894117"/>
          <a:ext cx="1395354" cy="161445"/>
        </a:xfrm>
        <a:custGeom>
          <a:avLst/>
          <a:gdLst/>
          <a:ahLst/>
          <a:cxnLst/>
          <a:rect l="0" t="0" r="0" b="0"/>
          <a:pathLst>
            <a:path>
              <a:moveTo>
                <a:pt x="1395354" y="0"/>
              </a:moveTo>
              <a:lnTo>
                <a:pt x="1395354" y="80722"/>
              </a:lnTo>
              <a:lnTo>
                <a:pt x="0" y="80722"/>
              </a:lnTo>
              <a:lnTo>
                <a:pt x="0" y="16144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6E1ED-09A2-154F-9A57-7399D2DA8F44}">
      <dsp:nvSpPr>
        <dsp:cNvPr id="0" name=""/>
        <dsp:cNvSpPr/>
      </dsp:nvSpPr>
      <dsp:spPr>
        <a:xfrm>
          <a:off x="1781291" y="1710753"/>
          <a:ext cx="3023267" cy="1798969"/>
        </a:xfrm>
        <a:custGeom>
          <a:avLst/>
          <a:gdLst/>
          <a:ahLst/>
          <a:cxnLst/>
          <a:rect l="0" t="0" r="0" b="0"/>
          <a:pathLst>
            <a:path>
              <a:moveTo>
                <a:pt x="3023267" y="0"/>
              </a:moveTo>
              <a:lnTo>
                <a:pt x="3023267" y="1718246"/>
              </a:lnTo>
              <a:lnTo>
                <a:pt x="0" y="1718246"/>
              </a:lnTo>
              <a:lnTo>
                <a:pt x="0" y="179896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B49C8C-F93A-2B40-A8EB-90FF8686EBC1}">
      <dsp:nvSpPr>
        <dsp:cNvPr id="0" name=""/>
        <dsp:cNvSpPr/>
      </dsp:nvSpPr>
      <dsp:spPr>
        <a:xfrm>
          <a:off x="4420163" y="1326358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iContact’s</a:t>
          </a:r>
          <a:r>
            <a:rPr lang="pt-PT" sz="500" kern="1200" dirty="0" smtClean="0"/>
            <a:t> Menu</a:t>
          </a:r>
          <a:endParaRPr lang="pt-PT" sz="500" kern="1200" dirty="0"/>
        </a:p>
      </dsp:txBody>
      <dsp:txXfrm>
        <a:off x="4420163" y="1326358"/>
        <a:ext cx="768790" cy="384395"/>
      </dsp:txXfrm>
    </dsp:sp>
    <dsp:sp modelId="{F9D67AA1-43DA-9D4C-921F-2D2A5B88EFEB}">
      <dsp:nvSpPr>
        <dsp:cNvPr id="0" name=""/>
        <dsp:cNvSpPr/>
      </dsp:nvSpPr>
      <dsp:spPr>
        <a:xfrm>
          <a:off x="1396896" y="3509722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Send</a:t>
          </a:r>
          <a:endParaRPr lang="pt-PT" sz="500" kern="1200" dirty="0"/>
        </a:p>
      </dsp:txBody>
      <dsp:txXfrm>
        <a:off x="1396896" y="3509722"/>
        <a:ext cx="768790" cy="384395"/>
      </dsp:txXfrm>
    </dsp:sp>
    <dsp:sp modelId="{FE870A73-2281-A74E-AED0-2E7191F50F27}">
      <dsp:nvSpPr>
        <dsp:cNvPr id="0" name=""/>
        <dsp:cNvSpPr/>
      </dsp:nvSpPr>
      <dsp:spPr>
        <a:xfrm>
          <a:off x="1541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Draft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Messages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</a:t>
          </a:r>
          <a:endParaRPr lang="pt-PT" sz="500" kern="1200" dirty="0"/>
        </a:p>
      </dsp:txBody>
      <dsp:txXfrm>
        <a:off x="1541" y="4055563"/>
        <a:ext cx="768790" cy="384395"/>
      </dsp:txXfrm>
    </dsp:sp>
    <dsp:sp modelId="{A046CF93-5EC3-3445-8571-A9C02504A246}">
      <dsp:nvSpPr>
        <dsp:cNvPr id="0" name=""/>
        <dsp:cNvSpPr/>
      </dsp:nvSpPr>
      <dsp:spPr>
        <a:xfrm>
          <a:off x="931778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Sent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Messages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</a:t>
          </a:r>
          <a:endParaRPr lang="pt-PT" sz="500" kern="1200" dirty="0"/>
        </a:p>
      </dsp:txBody>
      <dsp:txXfrm>
        <a:off x="931778" y="4055563"/>
        <a:ext cx="768790" cy="384395"/>
      </dsp:txXfrm>
    </dsp:sp>
    <dsp:sp modelId="{725B38DF-2C98-4A4D-BB3C-34637246E87C}">
      <dsp:nvSpPr>
        <dsp:cNvPr id="0" name=""/>
        <dsp:cNvSpPr/>
      </dsp:nvSpPr>
      <dsp:spPr>
        <a:xfrm>
          <a:off x="1862014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Campaign</a:t>
          </a:r>
          <a:r>
            <a:rPr lang="pt-PT" sz="500" kern="1200" dirty="0" smtClean="0"/>
            <a:t> </a:t>
          </a:r>
          <a:r>
            <a:rPr lang="pt-PT" sz="500" kern="1200" dirty="0" err="1" smtClean="0"/>
            <a:t>preview</a:t>
          </a:r>
          <a:endParaRPr lang="pt-PT" sz="500" kern="1200" dirty="0"/>
        </a:p>
      </dsp:txBody>
      <dsp:txXfrm>
        <a:off x="1862014" y="4055563"/>
        <a:ext cx="768790" cy="384395"/>
      </dsp:txXfrm>
    </dsp:sp>
    <dsp:sp modelId="{D62C746C-8072-5D4F-A353-944598E9CCFD}">
      <dsp:nvSpPr>
        <dsp:cNvPr id="0" name=""/>
        <dsp:cNvSpPr/>
      </dsp:nvSpPr>
      <dsp:spPr>
        <a:xfrm>
          <a:off x="2792250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Sends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either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draft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sent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messages</a:t>
          </a:r>
          <a:r>
            <a:rPr lang="pt-PT" sz="500" kern="1200" dirty="0" smtClean="0"/>
            <a:t>, </a:t>
          </a:r>
          <a:r>
            <a:rPr lang="pt-PT" sz="500" kern="1200" dirty="0" err="1" smtClean="0"/>
            <a:t>by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selecting</a:t>
          </a:r>
          <a:r>
            <a:rPr lang="pt-PT" sz="500" kern="1200" dirty="0" smtClean="0"/>
            <a:t> a </a:t>
          </a:r>
          <a:r>
            <a:rPr lang="pt-PT" sz="500" kern="1200" dirty="0" err="1" smtClean="0"/>
            <a:t>subscriber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and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selecting</a:t>
          </a:r>
          <a:r>
            <a:rPr lang="pt-PT" sz="500" kern="1200" dirty="0" smtClean="0"/>
            <a:t> </a:t>
          </a:r>
          <a:r>
            <a:rPr lang="pt-PT" sz="500" kern="1200" dirty="0" err="1" smtClean="0"/>
            <a:t>imediate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scheduled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sending</a:t>
          </a:r>
          <a:endParaRPr lang="pt-PT" sz="500" kern="1200" dirty="0"/>
        </a:p>
      </dsp:txBody>
      <dsp:txXfrm>
        <a:off x="2792250" y="4055563"/>
        <a:ext cx="768790" cy="384395"/>
      </dsp:txXfrm>
    </dsp:sp>
    <dsp:sp modelId="{F6741FCA-B64B-0449-AE12-C66963FD2478}">
      <dsp:nvSpPr>
        <dsp:cNvPr id="0" name=""/>
        <dsp:cNvSpPr/>
      </dsp:nvSpPr>
      <dsp:spPr>
        <a:xfrm>
          <a:off x="3722486" y="3509722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Track</a:t>
          </a:r>
          <a:endParaRPr lang="pt-PT" sz="500" kern="1200" dirty="0"/>
        </a:p>
      </dsp:txBody>
      <dsp:txXfrm>
        <a:off x="3722486" y="3509722"/>
        <a:ext cx="768790" cy="384395"/>
      </dsp:txXfrm>
    </dsp:sp>
    <dsp:sp modelId="{08917FD5-E101-FF44-B60D-F64843780E4D}">
      <dsp:nvSpPr>
        <dsp:cNvPr id="0" name=""/>
        <dsp:cNvSpPr/>
      </dsp:nvSpPr>
      <dsp:spPr>
        <a:xfrm>
          <a:off x="3722486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Tracks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Campaign</a:t>
          </a:r>
          <a:endParaRPr lang="pt-PT" sz="500" kern="1200" dirty="0"/>
        </a:p>
      </dsp:txBody>
      <dsp:txXfrm>
        <a:off x="3722486" y="4055563"/>
        <a:ext cx="768790" cy="384395"/>
      </dsp:txXfrm>
    </dsp:sp>
    <dsp:sp modelId="{FCC0038E-D458-174A-B62E-7FB6999C4583}">
      <dsp:nvSpPr>
        <dsp:cNvPr id="0" name=""/>
        <dsp:cNvSpPr/>
      </dsp:nvSpPr>
      <dsp:spPr>
        <a:xfrm>
          <a:off x="3257368" y="4601404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smtClean="0"/>
            <a:t>Show </a:t>
          </a:r>
          <a:r>
            <a:rPr lang="pt-PT" sz="500" kern="1200" dirty="0" err="1" smtClean="0"/>
            <a:t>stats</a:t>
          </a:r>
          <a:r>
            <a:rPr lang="pt-PT" sz="500" kern="1200" dirty="0" smtClean="0"/>
            <a:t> for </a:t>
          </a:r>
          <a:r>
            <a:rPr lang="pt-PT" sz="500" kern="1200" dirty="0" err="1" smtClean="0"/>
            <a:t>each</a:t>
          </a:r>
          <a:r>
            <a:rPr lang="pt-PT" sz="500" kern="1200" dirty="0" smtClean="0"/>
            <a:t> </a:t>
          </a:r>
          <a:r>
            <a:rPr lang="pt-PT" sz="500" kern="1200" dirty="0" err="1" smtClean="0"/>
            <a:t>campaign</a:t>
          </a:r>
          <a:endParaRPr lang="pt-PT" sz="500" kern="1200" dirty="0"/>
        </a:p>
      </dsp:txBody>
      <dsp:txXfrm>
        <a:off x="3257368" y="4601404"/>
        <a:ext cx="768790" cy="384395"/>
      </dsp:txXfrm>
    </dsp:sp>
    <dsp:sp modelId="{A0D71564-8C17-384E-9634-3B8C8B6DE9B6}">
      <dsp:nvSpPr>
        <dsp:cNvPr id="0" name=""/>
        <dsp:cNvSpPr/>
      </dsp:nvSpPr>
      <dsp:spPr>
        <a:xfrm>
          <a:off x="931778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Unique</a:t>
          </a:r>
          <a:r>
            <a:rPr lang="pt-PT" sz="500" kern="1200" dirty="0" smtClean="0"/>
            <a:t> opens</a:t>
          </a:r>
          <a:endParaRPr lang="pt-PT" sz="500" kern="1200" dirty="0"/>
        </a:p>
      </dsp:txBody>
      <dsp:txXfrm>
        <a:off x="931778" y="5147245"/>
        <a:ext cx="768790" cy="384395"/>
      </dsp:txXfrm>
    </dsp:sp>
    <dsp:sp modelId="{CE6F7CAF-2F7C-554D-96BC-247A145A9AB6}">
      <dsp:nvSpPr>
        <dsp:cNvPr id="0" name=""/>
        <dsp:cNvSpPr/>
      </dsp:nvSpPr>
      <dsp:spPr>
        <a:xfrm>
          <a:off x="1862014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Unique</a:t>
          </a:r>
          <a:r>
            <a:rPr lang="pt-PT" sz="500" kern="1200" dirty="0" smtClean="0"/>
            <a:t> </a:t>
          </a:r>
          <a:r>
            <a:rPr lang="pt-PT" sz="500" kern="1200" dirty="0" err="1" smtClean="0"/>
            <a:t>clicks</a:t>
          </a:r>
          <a:endParaRPr lang="pt-PT" sz="500" kern="1200" dirty="0"/>
        </a:p>
      </dsp:txBody>
      <dsp:txXfrm>
        <a:off x="1862014" y="5147245"/>
        <a:ext cx="768790" cy="384395"/>
      </dsp:txXfrm>
    </dsp:sp>
    <dsp:sp modelId="{52A0485E-5375-4349-93A0-1F70CA13BA93}">
      <dsp:nvSpPr>
        <dsp:cNvPr id="0" name=""/>
        <dsp:cNvSpPr/>
      </dsp:nvSpPr>
      <dsp:spPr>
        <a:xfrm>
          <a:off x="2792250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Bounces</a:t>
          </a:r>
          <a:endParaRPr lang="pt-PT" sz="500" kern="1200" dirty="0"/>
        </a:p>
      </dsp:txBody>
      <dsp:txXfrm>
        <a:off x="2792250" y="5147245"/>
        <a:ext cx="768790" cy="384395"/>
      </dsp:txXfrm>
    </dsp:sp>
    <dsp:sp modelId="{32347F4C-DDEC-B046-B769-4BF3C354091E}">
      <dsp:nvSpPr>
        <dsp:cNvPr id="0" name=""/>
        <dsp:cNvSpPr/>
      </dsp:nvSpPr>
      <dsp:spPr>
        <a:xfrm>
          <a:off x="3722486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Unsubscribes</a:t>
          </a:r>
          <a:endParaRPr lang="pt-PT" sz="500" kern="1200" dirty="0"/>
        </a:p>
      </dsp:txBody>
      <dsp:txXfrm>
        <a:off x="3722486" y="5147245"/>
        <a:ext cx="768790" cy="384395"/>
      </dsp:txXfrm>
    </dsp:sp>
    <dsp:sp modelId="{05479E68-81AB-2142-8A74-AC0ED06869EE}">
      <dsp:nvSpPr>
        <dsp:cNvPr id="0" name=""/>
        <dsp:cNvSpPr/>
      </dsp:nvSpPr>
      <dsp:spPr>
        <a:xfrm>
          <a:off x="4652722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Forwards</a:t>
          </a:r>
          <a:endParaRPr lang="pt-PT" sz="500" kern="1200" dirty="0"/>
        </a:p>
      </dsp:txBody>
      <dsp:txXfrm>
        <a:off x="4652722" y="5147245"/>
        <a:ext cx="768790" cy="384395"/>
      </dsp:txXfrm>
    </dsp:sp>
    <dsp:sp modelId="{9CFF62B1-0161-7C42-B1EE-F5FFC3207006}">
      <dsp:nvSpPr>
        <dsp:cNvPr id="0" name=""/>
        <dsp:cNvSpPr/>
      </dsp:nvSpPr>
      <dsp:spPr>
        <a:xfrm>
          <a:off x="5582959" y="5147245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smtClean="0"/>
            <a:t>Total </a:t>
          </a:r>
          <a:r>
            <a:rPr lang="pt-PT" sz="500" kern="1200" dirty="0" err="1" smtClean="0"/>
            <a:t>recipients</a:t>
          </a:r>
          <a:endParaRPr lang="pt-PT" sz="500" kern="1200" dirty="0"/>
        </a:p>
      </dsp:txBody>
      <dsp:txXfrm>
        <a:off x="5582959" y="5147245"/>
        <a:ext cx="768790" cy="384395"/>
      </dsp:txXfrm>
    </dsp:sp>
    <dsp:sp modelId="{1E82EAA8-43DC-5046-8420-87BD6585F7BE}">
      <dsp:nvSpPr>
        <dsp:cNvPr id="0" name=""/>
        <dsp:cNvSpPr/>
      </dsp:nvSpPr>
      <dsp:spPr>
        <a:xfrm>
          <a:off x="4187604" y="4601404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smtClean="0"/>
            <a:t>Emails </a:t>
          </a:r>
          <a:r>
            <a:rPr lang="pt-PT" sz="500" kern="1200" dirty="0" err="1" smtClean="0"/>
            <a:t>details</a:t>
          </a:r>
          <a:endParaRPr lang="pt-PT" sz="500" kern="1200" dirty="0"/>
        </a:p>
      </dsp:txBody>
      <dsp:txXfrm>
        <a:off x="4187604" y="4601404"/>
        <a:ext cx="768790" cy="384395"/>
      </dsp:txXfrm>
    </dsp:sp>
    <dsp:sp modelId="{72D70901-3DC9-E345-8C8D-FD982BC77083}">
      <dsp:nvSpPr>
        <dsp:cNvPr id="0" name=""/>
        <dsp:cNvSpPr/>
      </dsp:nvSpPr>
      <dsp:spPr>
        <a:xfrm>
          <a:off x="5117841" y="3509722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Lists</a:t>
          </a:r>
          <a:endParaRPr lang="pt-PT" sz="500" kern="1200" dirty="0"/>
        </a:p>
      </dsp:txBody>
      <dsp:txXfrm>
        <a:off x="5117841" y="3509722"/>
        <a:ext cx="768790" cy="384395"/>
      </dsp:txXfrm>
    </dsp:sp>
    <dsp:sp modelId="{5AF7DC17-4D0F-0A40-833E-CA7FEE6CEFA0}">
      <dsp:nvSpPr>
        <dsp:cNvPr id="0" name=""/>
        <dsp:cNvSpPr/>
      </dsp:nvSpPr>
      <dsp:spPr>
        <a:xfrm>
          <a:off x="4652722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Lists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all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subscribers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</a:t>
          </a:r>
          <a:endParaRPr lang="pt-PT" sz="500" kern="1200" dirty="0"/>
        </a:p>
      </dsp:txBody>
      <dsp:txXfrm>
        <a:off x="4652722" y="4055563"/>
        <a:ext cx="768790" cy="384395"/>
      </dsp:txXfrm>
    </dsp:sp>
    <dsp:sp modelId="{8C9F2A96-E3D9-6D40-8088-96C37F1066DD}">
      <dsp:nvSpPr>
        <dsp:cNvPr id="0" name=""/>
        <dsp:cNvSpPr/>
      </dsp:nvSpPr>
      <dsp:spPr>
        <a:xfrm>
          <a:off x="5582959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On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selection</a:t>
          </a:r>
          <a:r>
            <a:rPr lang="pt-PT" sz="500" kern="1200" dirty="0" smtClean="0"/>
            <a:t> </a:t>
          </a:r>
          <a:r>
            <a:rPr lang="pt-PT" sz="500" kern="1200" dirty="0" err="1" smtClean="0"/>
            <a:t>lists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all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subscribers</a:t>
          </a:r>
          <a:endParaRPr lang="pt-PT" sz="500" kern="1200" dirty="0"/>
        </a:p>
      </dsp:txBody>
      <dsp:txXfrm>
        <a:off x="5582959" y="4055563"/>
        <a:ext cx="768790" cy="384395"/>
      </dsp:txXfrm>
    </dsp:sp>
    <dsp:sp modelId="{28587221-A867-6C43-9EEE-7DC1B2D62CDC}">
      <dsp:nvSpPr>
        <dsp:cNvPr id="0" name=""/>
        <dsp:cNvSpPr/>
      </dsp:nvSpPr>
      <dsp:spPr>
        <a:xfrm>
          <a:off x="5582959" y="4601404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Edit</a:t>
          </a:r>
          <a:r>
            <a:rPr lang="pt-PT" sz="500" kern="1200" dirty="0" smtClean="0"/>
            <a:t> </a:t>
          </a:r>
          <a:r>
            <a:rPr lang="pt-PT" sz="500" kern="1200" dirty="0" err="1" smtClean="0"/>
            <a:t>each</a:t>
          </a:r>
          <a:r>
            <a:rPr lang="pt-PT" sz="500" kern="1200" dirty="0" smtClean="0"/>
            <a:t> </a:t>
          </a:r>
          <a:r>
            <a:rPr lang="pt-PT" sz="500" kern="1200" dirty="0" err="1" smtClean="0"/>
            <a:t>subscriber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add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new</a:t>
          </a:r>
          <a:r>
            <a:rPr lang="pt-PT" sz="500" kern="1200" dirty="0" smtClean="0"/>
            <a:t> </a:t>
          </a:r>
          <a:r>
            <a:rPr lang="pt-PT" sz="500" kern="1200" dirty="0" err="1" smtClean="0"/>
            <a:t>or</a:t>
          </a:r>
          <a:r>
            <a:rPr lang="pt-PT" sz="500" kern="1200" dirty="0" smtClean="0"/>
            <a:t> </a:t>
          </a:r>
          <a:r>
            <a:rPr lang="pt-PT" sz="500" kern="1200" dirty="0" err="1" smtClean="0"/>
            <a:t>existing</a:t>
          </a:r>
          <a:r>
            <a:rPr lang="pt-PT" sz="500" kern="1200" dirty="0" smtClean="0"/>
            <a:t> </a:t>
          </a:r>
          <a:r>
            <a:rPr lang="pt-PT" sz="500" kern="1200" dirty="0" err="1" smtClean="0"/>
            <a:t>contacts</a:t>
          </a:r>
          <a:endParaRPr lang="pt-PT" sz="500" kern="1200" dirty="0"/>
        </a:p>
      </dsp:txBody>
      <dsp:txXfrm>
        <a:off x="5582959" y="4601404"/>
        <a:ext cx="768790" cy="384395"/>
      </dsp:txXfrm>
    </dsp:sp>
    <dsp:sp modelId="{87EF345B-E6A8-874E-BDD5-C3B0FF1EDB37}">
      <dsp:nvSpPr>
        <dsp:cNvPr id="0" name=""/>
        <dsp:cNvSpPr/>
      </dsp:nvSpPr>
      <dsp:spPr>
        <a:xfrm>
          <a:off x="7443431" y="3509722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About</a:t>
          </a:r>
          <a:endParaRPr lang="pt-PT" sz="500" kern="1200" dirty="0"/>
        </a:p>
      </dsp:txBody>
      <dsp:txXfrm>
        <a:off x="7443431" y="3509722"/>
        <a:ext cx="768790" cy="384395"/>
      </dsp:txXfrm>
    </dsp:sp>
    <dsp:sp modelId="{ACF55E9C-54E0-CF4B-9305-11E5E25A2FC1}">
      <dsp:nvSpPr>
        <dsp:cNvPr id="0" name=""/>
        <dsp:cNvSpPr/>
      </dsp:nvSpPr>
      <dsp:spPr>
        <a:xfrm>
          <a:off x="6513195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Version</a:t>
          </a:r>
          <a:endParaRPr lang="pt-PT" sz="500" kern="1200" dirty="0"/>
        </a:p>
      </dsp:txBody>
      <dsp:txXfrm>
        <a:off x="6513195" y="4055563"/>
        <a:ext cx="768790" cy="384395"/>
      </dsp:txXfrm>
    </dsp:sp>
    <dsp:sp modelId="{CDD6579F-8555-DC48-B92A-7E9E7F97B273}">
      <dsp:nvSpPr>
        <dsp:cNvPr id="0" name=""/>
        <dsp:cNvSpPr/>
      </dsp:nvSpPr>
      <dsp:spPr>
        <a:xfrm>
          <a:off x="7443431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Support</a:t>
          </a:r>
          <a:r>
            <a:rPr lang="pt-PT" sz="500" kern="1200" dirty="0" smtClean="0"/>
            <a:t> Email </a:t>
          </a:r>
          <a:r>
            <a:rPr lang="pt-PT" sz="500" kern="1200" dirty="0" err="1" smtClean="0"/>
            <a:t>and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phone</a:t>
          </a:r>
          <a:endParaRPr lang="pt-PT" sz="500" kern="1200" dirty="0"/>
        </a:p>
      </dsp:txBody>
      <dsp:txXfrm>
        <a:off x="7443431" y="4055563"/>
        <a:ext cx="768790" cy="384395"/>
      </dsp:txXfrm>
    </dsp:sp>
    <dsp:sp modelId="{C19162BD-3884-7940-8A63-78765436EE02}">
      <dsp:nvSpPr>
        <dsp:cNvPr id="0" name=""/>
        <dsp:cNvSpPr/>
      </dsp:nvSpPr>
      <dsp:spPr>
        <a:xfrm>
          <a:off x="8373667" y="4055563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smtClean="0"/>
            <a:t>Share </a:t>
          </a:r>
          <a:r>
            <a:rPr lang="pt-PT" sz="500" kern="1200" dirty="0" err="1" smtClean="0"/>
            <a:t>app</a:t>
          </a:r>
          <a:r>
            <a:rPr lang="pt-PT" sz="500" kern="1200" dirty="0" smtClean="0"/>
            <a:t> via email</a:t>
          </a:r>
          <a:endParaRPr lang="pt-PT" sz="500" kern="1200" dirty="0"/>
        </a:p>
      </dsp:txBody>
      <dsp:txXfrm>
        <a:off x="8373667" y="4055563"/>
        <a:ext cx="768790" cy="384395"/>
      </dsp:txXfrm>
    </dsp:sp>
    <dsp:sp modelId="{97D0FB62-084D-1D4A-AEB6-2D65A7BB40A7}">
      <dsp:nvSpPr>
        <dsp:cNvPr id="0" name=""/>
        <dsp:cNvSpPr/>
      </dsp:nvSpPr>
      <dsp:spPr>
        <a:xfrm>
          <a:off x="3489927" y="1872199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Contacts</a:t>
          </a:r>
          <a:endParaRPr lang="pt-PT" sz="500" kern="1200" dirty="0"/>
        </a:p>
      </dsp:txBody>
      <dsp:txXfrm>
        <a:off x="3489927" y="1872199"/>
        <a:ext cx="768790" cy="384395"/>
      </dsp:txXfrm>
    </dsp:sp>
    <dsp:sp modelId="{C9B2AFC6-4A6F-B94A-8AEC-A096C0B0D771}">
      <dsp:nvSpPr>
        <dsp:cNvPr id="0" name=""/>
        <dsp:cNvSpPr/>
      </dsp:nvSpPr>
      <dsp:spPr>
        <a:xfrm>
          <a:off x="3024809" y="2418040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Search</a:t>
          </a:r>
          <a:r>
            <a:rPr lang="pt-PT" sz="500" kern="1200" dirty="0" smtClean="0"/>
            <a:t> for </a:t>
          </a:r>
          <a:r>
            <a:rPr lang="pt-PT" sz="500" kern="1200" dirty="0" err="1" smtClean="0"/>
            <a:t>contact</a:t>
          </a:r>
          <a:endParaRPr lang="pt-PT" sz="500" kern="1200" dirty="0"/>
        </a:p>
      </dsp:txBody>
      <dsp:txXfrm>
        <a:off x="3024809" y="2418040"/>
        <a:ext cx="768790" cy="384395"/>
      </dsp:txXfrm>
    </dsp:sp>
    <dsp:sp modelId="{A02F7BFB-6889-AF47-93C4-90CC304A574F}">
      <dsp:nvSpPr>
        <dsp:cNvPr id="0" name=""/>
        <dsp:cNvSpPr/>
      </dsp:nvSpPr>
      <dsp:spPr>
        <a:xfrm>
          <a:off x="3955045" y="2418040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Add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new</a:t>
          </a:r>
          <a:r>
            <a:rPr lang="pt-PT" sz="500" kern="1200" dirty="0" smtClean="0"/>
            <a:t> </a:t>
          </a:r>
          <a:r>
            <a:rPr lang="pt-PT" sz="500" kern="1200" dirty="0" err="1" smtClean="0"/>
            <a:t>contact</a:t>
          </a:r>
          <a:endParaRPr lang="pt-PT" sz="500" kern="1200" dirty="0"/>
        </a:p>
      </dsp:txBody>
      <dsp:txXfrm>
        <a:off x="3955045" y="2418040"/>
        <a:ext cx="768790" cy="384395"/>
      </dsp:txXfrm>
    </dsp:sp>
    <dsp:sp modelId="{DBE96839-C852-DE48-AD1C-5BB87483895E}">
      <dsp:nvSpPr>
        <dsp:cNvPr id="0" name=""/>
        <dsp:cNvSpPr/>
      </dsp:nvSpPr>
      <dsp:spPr>
        <a:xfrm>
          <a:off x="3024809" y="2963881"/>
          <a:ext cx="768790" cy="3843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500" kern="1200" dirty="0" err="1" smtClean="0"/>
            <a:t>Add</a:t>
          </a:r>
          <a:r>
            <a:rPr lang="pt-PT" sz="500" kern="1200" dirty="0" smtClean="0"/>
            <a:t> </a:t>
          </a:r>
          <a:r>
            <a:rPr lang="pt-PT" sz="500" kern="1200" dirty="0" err="1" smtClean="0"/>
            <a:t>from</a:t>
          </a:r>
          <a:r>
            <a:rPr lang="pt-PT" sz="500" kern="1200" dirty="0" smtClean="0"/>
            <a:t> </a:t>
          </a:r>
          <a:r>
            <a:rPr lang="pt-PT" sz="500" kern="1200" dirty="0" err="1" smtClean="0"/>
            <a:t>addressbook</a:t>
          </a:r>
          <a:endParaRPr lang="pt-PT" sz="500" kern="1200" dirty="0"/>
        </a:p>
      </dsp:txBody>
      <dsp:txXfrm>
        <a:off x="3024809" y="2963881"/>
        <a:ext cx="768790" cy="3843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14360-DCCA-F742-9366-8A5806F6B79D}">
      <dsp:nvSpPr>
        <dsp:cNvPr id="0" name=""/>
        <dsp:cNvSpPr/>
      </dsp:nvSpPr>
      <dsp:spPr>
        <a:xfrm>
          <a:off x="3255938" y="2203849"/>
          <a:ext cx="415876" cy="144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176"/>
              </a:lnTo>
              <a:lnTo>
                <a:pt x="415876" y="72176"/>
              </a:lnTo>
              <a:lnTo>
                <a:pt x="415876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8D0B9-7334-9E4B-ACBA-7DF4331414FA}">
      <dsp:nvSpPr>
        <dsp:cNvPr id="0" name=""/>
        <dsp:cNvSpPr/>
      </dsp:nvSpPr>
      <dsp:spPr>
        <a:xfrm>
          <a:off x="2840061" y="2691903"/>
          <a:ext cx="2495261" cy="144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176"/>
              </a:lnTo>
              <a:lnTo>
                <a:pt x="2495261" y="72176"/>
              </a:lnTo>
              <a:lnTo>
                <a:pt x="2495261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D5F78-3E80-BD49-8F05-C12090FC439A}">
      <dsp:nvSpPr>
        <dsp:cNvPr id="0" name=""/>
        <dsp:cNvSpPr/>
      </dsp:nvSpPr>
      <dsp:spPr>
        <a:xfrm>
          <a:off x="2840061" y="2691903"/>
          <a:ext cx="1663507" cy="144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176"/>
              </a:lnTo>
              <a:lnTo>
                <a:pt x="1663507" y="72176"/>
              </a:lnTo>
              <a:lnTo>
                <a:pt x="1663507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A085D-52A1-334E-B384-AF7E90961234}">
      <dsp:nvSpPr>
        <dsp:cNvPr id="0" name=""/>
        <dsp:cNvSpPr/>
      </dsp:nvSpPr>
      <dsp:spPr>
        <a:xfrm>
          <a:off x="2840061" y="2691903"/>
          <a:ext cx="831753" cy="144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176"/>
              </a:lnTo>
              <a:lnTo>
                <a:pt x="831753" y="72176"/>
              </a:lnTo>
              <a:lnTo>
                <a:pt x="831753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F70DD0-5DDF-2345-8889-BCDFC8D8BE3D}">
      <dsp:nvSpPr>
        <dsp:cNvPr id="0" name=""/>
        <dsp:cNvSpPr/>
      </dsp:nvSpPr>
      <dsp:spPr>
        <a:xfrm>
          <a:off x="2794341" y="2691903"/>
          <a:ext cx="91440" cy="1443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2ADF25-453F-1942-B6F1-88F8E5F4672F}">
      <dsp:nvSpPr>
        <dsp:cNvPr id="0" name=""/>
        <dsp:cNvSpPr/>
      </dsp:nvSpPr>
      <dsp:spPr>
        <a:xfrm>
          <a:off x="2008307" y="2691903"/>
          <a:ext cx="831753" cy="144353"/>
        </a:xfrm>
        <a:custGeom>
          <a:avLst/>
          <a:gdLst/>
          <a:ahLst/>
          <a:cxnLst/>
          <a:rect l="0" t="0" r="0" b="0"/>
          <a:pathLst>
            <a:path>
              <a:moveTo>
                <a:pt x="831753" y="0"/>
              </a:moveTo>
              <a:lnTo>
                <a:pt x="831753" y="72176"/>
              </a:lnTo>
              <a:lnTo>
                <a:pt x="0" y="72176"/>
              </a:lnTo>
              <a:lnTo>
                <a:pt x="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657186-7B85-D243-B312-457450989F12}">
      <dsp:nvSpPr>
        <dsp:cNvPr id="0" name=""/>
        <dsp:cNvSpPr/>
      </dsp:nvSpPr>
      <dsp:spPr>
        <a:xfrm>
          <a:off x="1176553" y="2691903"/>
          <a:ext cx="1663507" cy="144353"/>
        </a:xfrm>
        <a:custGeom>
          <a:avLst/>
          <a:gdLst/>
          <a:ahLst/>
          <a:cxnLst/>
          <a:rect l="0" t="0" r="0" b="0"/>
          <a:pathLst>
            <a:path>
              <a:moveTo>
                <a:pt x="1663507" y="0"/>
              </a:moveTo>
              <a:lnTo>
                <a:pt x="1663507" y="72176"/>
              </a:lnTo>
              <a:lnTo>
                <a:pt x="0" y="72176"/>
              </a:lnTo>
              <a:lnTo>
                <a:pt x="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3920E-33D8-9745-AD71-AD6B10F1CBA3}">
      <dsp:nvSpPr>
        <dsp:cNvPr id="0" name=""/>
        <dsp:cNvSpPr/>
      </dsp:nvSpPr>
      <dsp:spPr>
        <a:xfrm>
          <a:off x="344799" y="2691903"/>
          <a:ext cx="2495261" cy="144353"/>
        </a:xfrm>
        <a:custGeom>
          <a:avLst/>
          <a:gdLst/>
          <a:ahLst/>
          <a:cxnLst/>
          <a:rect l="0" t="0" r="0" b="0"/>
          <a:pathLst>
            <a:path>
              <a:moveTo>
                <a:pt x="2495261" y="0"/>
              </a:moveTo>
              <a:lnTo>
                <a:pt x="2495261" y="72176"/>
              </a:lnTo>
              <a:lnTo>
                <a:pt x="0" y="72176"/>
              </a:lnTo>
              <a:lnTo>
                <a:pt x="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5C9F0-7AD4-0245-A944-3864A0EA7B8C}">
      <dsp:nvSpPr>
        <dsp:cNvPr id="0" name=""/>
        <dsp:cNvSpPr/>
      </dsp:nvSpPr>
      <dsp:spPr>
        <a:xfrm>
          <a:off x="2840061" y="2203849"/>
          <a:ext cx="415876" cy="144353"/>
        </a:xfrm>
        <a:custGeom>
          <a:avLst/>
          <a:gdLst/>
          <a:ahLst/>
          <a:cxnLst/>
          <a:rect l="0" t="0" r="0" b="0"/>
          <a:pathLst>
            <a:path>
              <a:moveTo>
                <a:pt x="415876" y="0"/>
              </a:moveTo>
              <a:lnTo>
                <a:pt x="415876" y="72176"/>
              </a:lnTo>
              <a:lnTo>
                <a:pt x="0" y="72176"/>
              </a:lnTo>
              <a:lnTo>
                <a:pt x="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B9584D-9F0F-3343-A773-EB3D35AAB7B9}">
      <dsp:nvSpPr>
        <dsp:cNvPr id="0" name=""/>
        <dsp:cNvSpPr/>
      </dsp:nvSpPr>
      <dsp:spPr>
        <a:xfrm>
          <a:off x="2632123" y="1715796"/>
          <a:ext cx="623815" cy="144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176"/>
              </a:lnTo>
              <a:lnTo>
                <a:pt x="623815" y="72176"/>
              </a:lnTo>
              <a:lnTo>
                <a:pt x="623815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AD239A-DF88-0E43-8AA5-53E86FA0A897}">
      <dsp:nvSpPr>
        <dsp:cNvPr id="0" name=""/>
        <dsp:cNvSpPr/>
      </dsp:nvSpPr>
      <dsp:spPr>
        <a:xfrm>
          <a:off x="1962587" y="2203849"/>
          <a:ext cx="91440" cy="1443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2A24C0-CBC1-EE4D-A868-6352ADCA9F03}">
      <dsp:nvSpPr>
        <dsp:cNvPr id="0" name=""/>
        <dsp:cNvSpPr/>
      </dsp:nvSpPr>
      <dsp:spPr>
        <a:xfrm>
          <a:off x="2008307" y="1715796"/>
          <a:ext cx="623815" cy="144353"/>
        </a:xfrm>
        <a:custGeom>
          <a:avLst/>
          <a:gdLst/>
          <a:ahLst/>
          <a:cxnLst/>
          <a:rect l="0" t="0" r="0" b="0"/>
          <a:pathLst>
            <a:path>
              <a:moveTo>
                <a:pt x="623815" y="0"/>
              </a:moveTo>
              <a:lnTo>
                <a:pt x="623815" y="72176"/>
              </a:lnTo>
              <a:lnTo>
                <a:pt x="0" y="72176"/>
              </a:lnTo>
              <a:lnTo>
                <a:pt x="0" y="1443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4F1337-3B65-5644-B064-BCFFDFF60DE3}">
      <dsp:nvSpPr>
        <dsp:cNvPr id="0" name=""/>
        <dsp:cNvSpPr/>
      </dsp:nvSpPr>
      <dsp:spPr>
        <a:xfrm>
          <a:off x="2288423" y="861601"/>
          <a:ext cx="190725" cy="682344"/>
        </a:xfrm>
        <a:custGeom>
          <a:avLst/>
          <a:gdLst/>
          <a:ahLst/>
          <a:cxnLst/>
          <a:rect l="0" t="0" r="0" b="0"/>
          <a:pathLst>
            <a:path>
              <a:moveTo>
                <a:pt x="190725" y="0"/>
              </a:moveTo>
              <a:lnTo>
                <a:pt x="0" y="68234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65770-BE25-6D48-9625-80984C05B467}">
      <dsp:nvSpPr>
        <dsp:cNvPr id="0" name=""/>
        <dsp:cNvSpPr/>
      </dsp:nvSpPr>
      <dsp:spPr>
        <a:xfrm>
          <a:off x="2135449" y="517902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GetResponse’s</a:t>
          </a:r>
          <a:r>
            <a:rPr lang="pt-PT" sz="800" kern="1200" dirty="0" smtClean="0"/>
            <a:t> Menu</a:t>
          </a:r>
          <a:endParaRPr lang="pt-PT" sz="800" kern="1200" dirty="0"/>
        </a:p>
      </dsp:txBody>
      <dsp:txXfrm>
        <a:off x="2135449" y="517902"/>
        <a:ext cx="687399" cy="343699"/>
      </dsp:txXfrm>
    </dsp:sp>
    <dsp:sp modelId="{C6F957DF-A5E0-DB4D-9EC1-A4CAA0821F53}">
      <dsp:nvSpPr>
        <dsp:cNvPr id="0" name=""/>
        <dsp:cNvSpPr/>
      </dsp:nvSpPr>
      <dsp:spPr>
        <a:xfrm>
          <a:off x="2288423" y="1372096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Campaign</a:t>
          </a:r>
          <a:endParaRPr lang="pt-PT" sz="800" kern="1200" dirty="0"/>
        </a:p>
      </dsp:txBody>
      <dsp:txXfrm>
        <a:off x="2288423" y="1372096"/>
        <a:ext cx="687399" cy="343699"/>
      </dsp:txXfrm>
    </dsp:sp>
    <dsp:sp modelId="{68A8B4A8-2F7C-EE4D-A4A0-8E48B71E7B46}">
      <dsp:nvSpPr>
        <dsp:cNvPr id="0" name=""/>
        <dsp:cNvSpPr/>
      </dsp:nvSpPr>
      <dsp:spPr>
        <a:xfrm>
          <a:off x="1664607" y="1860150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Add</a:t>
          </a:r>
          <a:r>
            <a:rPr lang="pt-PT" sz="800" kern="1200" dirty="0" smtClean="0"/>
            <a:t> </a:t>
          </a:r>
          <a:r>
            <a:rPr lang="pt-PT" sz="800" kern="1200" dirty="0" err="1" smtClean="0"/>
            <a:t>Campaign</a:t>
          </a:r>
          <a:endParaRPr lang="pt-PT" sz="800" kern="1200" dirty="0"/>
        </a:p>
      </dsp:txBody>
      <dsp:txXfrm>
        <a:off x="1664607" y="1860150"/>
        <a:ext cx="687399" cy="343699"/>
      </dsp:txXfrm>
    </dsp:sp>
    <dsp:sp modelId="{6CBED985-85CB-C34A-B6B2-60A34B49F57C}">
      <dsp:nvSpPr>
        <dsp:cNvPr id="0" name=""/>
        <dsp:cNvSpPr/>
      </dsp:nvSpPr>
      <dsp:spPr>
        <a:xfrm>
          <a:off x="1664607" y="2348203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Add</a:t>
          </a:r>
          <a:r>
            <a:rPr lang="pt-PT" sz="800" kern="1200" dirty="0" smtClean="0"/>
            <a:t> </a:t>
          </a:r>
          <a:r>
            <a:rPr lang="pt-PT" sz="800" kern="1200" dirty="0" err="1" smtClean="0"/>
            <a:t>contact</a:t>
          </a:r>
          <a:r>
            <a:rPr lang="pt-PT" sz="800" kern="1200" dirty="0" smtClean="0"/>
            <a:t> to </a:t>
          </a:r>
          <a:r>
            <a:rPr lang="pt-PT" sz="800" kern="1200" dirty="0" err="1" smtClean="0"/>
            <a:t>campaign</a:t>
          </a:r>
          <a:endParaRPr lang="pt-PT" sz="800" kern="1200" dirty="0"/>
        </a:p>
      </dsp:txBody>
      <dsp:txXfrm>
        <a:off x="1664607" y="2348203"/>
        <a:ext cx="687399" cy="343699"/>
      </dsp:txXfrm>
    </dsp:sp>
    <dsp:sp modelId="{E8C4239E-C441-074E-88CB-537BAC1C2467}">
      <dsp:nvSpPr>
        <dsp:cNvPr id="0" name=""/>
        <dsp:cNvSpPr/>
      </dsp:nvSpPr>
      <dsp:spPr>
        <a:xfrm>
          <a:off x="2912238" y="1860150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Check</a:t>
          </a:r>
          <a:r>
            <a:rPr lang="pt-PT" sz="800" kern="1200" dirty="0" smtClean="0"/>
            <a:t> </a:t>
          </a:r>
          <a:r>
            <a:rPr lang="pt-PT" sz="800" kern="1200" dirty="0" err="1" smtClean="0"/>
            <a:t>Campaign</a:t>
          </a:r>
          <a:endParaRPr lang="pt-PT" sz="800" kern="1200" dirty="0"/>
        </a:p>
      </dsp:txBody>
      <dsp:txXfrm>
        <a:off x="2912238" y="1860150"/>
        <a:ext cx="687399" cy="343699"/>
      </dsp:txXfrm>
    </dsp:sp>
    <dsp:sp modelId="{BF6CB353-3127-0B47-8F4F-0ED627C7A979}">
      <dsp:nvSpPr>
        <dsp:cNvPr id="0" name=""/>
        <dsp:cNvSpPr/>
      </dsp:nvSpPr>
      <dsp:spPr>
        <a:xfrm>
          <a:off x="2496361" y="2348203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Campaign</a:t>
          </a:r>
          <a:r>
            <a:rPr lang="pt-PT" sz="800" kern="1200" dirty="0" smtClean="0"/>
            <a:t> </a:t>
          </a:r>
          <a:r>
            <a:rPr lang="pt-PT" sz="800" kern="1200" dirty="0" err="1" smtClean="0"/>
            <a:t>within</a:t>
          </a:r>
          <a:r>
            <a:rPr lang="pt-PT" sz="800" kern="1200" dirty="0" smtClean="0"/>
            <a:t> range</a:t>
          </a:r>
          <a:endParaRPr lang="pt-PT" sz="800" kern="1200" dirty="0"/>
        </a:p>
      </dsp:txBody>
      <dsp:txXfrm>
        <a:off x="2496361" y="2348203"/>
        <a:ext cx="687399" cy="343699"/>
      </dsp:txXfrm>
    </dsp:sp>
    <dsp:sp modelId="{6875456C-4400-B440-BADA-6717B07AA85E}">
      <dsp:nvSpPr>
        <dsp:cNvPr id="0" name=""/>
        <dsp:cNvSpPr/>
      </dsp:nvSpPr>
      <dsp:spPr>
        <a:xfrm>
          <a:off x="1099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Contacts</a:t>
          </a:r>
          <a:r>
            <a:rPr lang="pt-PT" sz="800" kern="1200" dirty="0" smtClean="0"/>
            <a:t> </a:t>
          </a:r>
          <a:r>
            <a:rPr lang="pt-PT" sz="800" kern="1200" dirty="0" err="1" smtClean="0"/>
            <a:t>added</a:t>
          </a:r>
          <a:endParaRPr lang="pt-PT" sz="800" kern="1200" dirty="0"/>
        </a:p>
      </dsp:txBody>
      <dsp:txXfrm>
        <a:off x="1099" y="2836257"/>
        <a:ext cx="687399" cy="343699"/>
      </dsp:txXfrm>
    </dsp:sp>
    <dsp:sp modelId="{DD6B5944-E157-4D4A-A1E5-14EE65544E14}">
      <dsp:nvSpPr>
        <dsp:cNvPr id="0" name=""/>
        <dsp:cNvSpPr/>
      </dsp:nvSpPr>
      <dsp:spPr>
        <a:xfrm>
          <a:off x="832853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smtClean="0"/>
            <a:t>Emails </a:t>
          </a:r>
          <a:r>
            <a:rPr lang="pt-PT" sz="800" kern="1200" dirty="0" err="1" smtClean="0"/>
            <a:t>sent</a:t>
          </a:r>
          <a:endParaRPr lang="pt-PT" sz="800" kern="1200" dirty="0"/>
        </a:p>
      </dsp:txBody>
      <dsp:txXfrm>
        <a:off x="832853" y="2836257"/>
        <a:ext cx="687399" cy="343699"/>
      </dsp:txXfrm>
    </dsp:sp>
    <dsp:sp modelId="{5E9B10FE-CC89-BC46-BAA1-411ED6B6101D}">
      <dsp:nvSpPr>
        <dsp:cNvPr id="0" name=""/>
        <dsp:cNvSpPr/>
      </dsp:nvSpPr>
      <dsp:spPr>
        <a:xfrm>
          <a:off x="1664607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Clicks</a:t>
          </a:r>
          <a:endParaRPr lang="pt-PT" sz="800" kern="1200" dirty="0"/>
        </a:p>
      </dsp:txBody>
      <dsp:txXfrm>
        <a:off x="1664607" y="2836257"/>
        <a:ext cx="687399" cy="343699"/>
      </dsp:txXfrm>
    </dsp:sp>
    <dsp:sp modelId="{B494D7EE-0D7E-A745-9614-03ABEEAD1492}">
      <dsp:nvSpPr>
        <dsp:cNvPr id="0" name=""/>
        <dsp:cNvSpPr/>
      </dsp:nvSpPr>
      <dsp:spPr>
        <a:xfrm>
          <a:off x="2496361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smtClean="0"/>
            <a:t>Sales</a:t>
          </a:r>
          <a:endParaRPr lang="pt-PT" sz="800" kern="1200" dirty="0"/>
        </a:p>
      </dsp:txBody>
      <dsp:txXfrm>
        <a:off x="2496361" y="2836257"/>
        <a:ext cx="687399" cy="343699"/>
      </dsp:txXfrm>
    </dsp:sp>
    <dsp:sp modelId="{2B6499C8-5626-2F4F-A4B1-7FE12BE244F0}">
      <dsp:nvSpPr>
        <dsp:cNvPr id="0" name=""/>
        <dsp:cNvSpPr/>
      </dsp:nvSpPr>
      <dsp:spPr>
        <a:xfrm>
          <a:off x="3328115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Bounces</a:t>
          </a:r>
          <a:endParaRPr lang="pt-PT" sz="800" kern="1200" dirty="0"/>
        </a:p>
      </dsp:txBody>
      <dsp:txXfrm>
        <a:off x="3328115" y="2836257"/>
        <a:ext cx="687399" cy="343699"/>
      </dsp:txXfrm>
    </dsp:sp>
    <dsp:sp modelId="{AF9092AB-ABF2-8A42-AAF7-0085A4CE284F}">
      <dsp:nvSpPr>
        <dsp:cNvPr id="0" name=""/>
        <dsp:cNvSpPr/>
      </dsp:nvSpPr>
      <dsp:spPr>
        <a:xfrm>
          <a:off x="4159869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Unsubscribes</a:t>
          </a:r>
          <a:endParaRPr lang="pt-PT" sz="800" kern="1200" dirty="0"/>
        </a:p>
      </dsp:txBody>
      <dsp:txXfrm>
        <a:off x="4159869" y="2836257"/>
        <a:ext cx="687399" cy="343699"/>
      </dsp:txXfrm>
    </dsp:sp>
    <dsp:sp modelId="{CB880214-0950-6348-9729-797A65657590}">
      <dsp:nvSpPr>
        <dsp:cNvPr id="0" name=""/>
        <dsp:cNvSpPr/>
      </dsp:nvSpPr>
      <dsp:spPr>
        <a:xfrm>
          <a:off x="4991623" y="2836257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Add</a:t>
          </a:r>
          <a:r>
            <a:rPr lang="pt-PT" sz="800" kern="1200" dirty="0" smtClean="0"/>
            <a:t> </a:t>
          </a:r>
          <a:r>
            <a:rPr lang="pt-PT" sz="800" kern="1200" dirty="0" err="1" smtClean="0"/>
            <a:t>contact</a:t>
          </a:r>
          <a:endParaRPr lang="pt-PT" sz="800" kern="1200" dirty="0"/>
        </a:p>
      </dsp:txBody>
      <dsp:txXfrm>
        <a:off x="4991623" y="2836257"/>
        <a:ext cx="687399" cy="343699"/>
      </dsp:txXfrm>
    </dsp:sp>
    <dsp:sp modelId="{3501420B-4A26-E14A-A57F-7152E56CE737}">
      <dsp:nvSpPr>
        <dsp:cNvPr id="0" name=""/>
        <dsp:cNvSpPr/>
      </dsp:nvSpPr>
      <dsp:spPr>
        <a:xfrm>
          <a:off x="3328115" y="2348203"/>
          <a:ext cx="687399" cy="343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800" kern="1200" dirty="0" err="1" smtClean="0"/>
            <a:t>Refresh</a:t>
          </a:r>
          <a:r>
            <a:rPr lang="pt-PT" sz="800" kern="1200" dirty="0" smtClean="0"/>
            <a:t> </a:t>
          </a:r>
          <a:r>
            <a:rPr lang="pt-PT" sz="800" kern="1200" dirty="0" err="1" smtClean="0"/>
            <a:t>button</a:t>
          </a:r>
          <a:endParaRPr lang="pt-PT" sz="800" kern="1200" dirty="0"/>
        </a:p>
      </dsp:txBody>
      <dsp:txXfrm>
        <a:off x="3328115" y="2348203"/>
        <a:ext cx="687399" cy="343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517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323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71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615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516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845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244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175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965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358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437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0E0C2-5BE9-E848-96B9-AE4549B722ED}" type="datetimeFigureOut">
              <a:rPr lang="en-US" smtClean="0"/>
              <a:t>3/2/11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5E1E6-2CBC-164C-A6CC-A0D34963DFB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419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06621939"/>
              </p:ext>
            </p:extLst>
          </p:nvPr>
        </p:nvGraphicFramePr>
        <p:xfrm>
          <a:off x="-7135" y="0"/>
          <a:ext cx="9151135" cy="680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4966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Diagram 54"/>
          <p:cNvGraphicFramePr/>
          <p:nvPr>
            <p:extLst>
              <p:ext uri="{D42A27DB-BD31-4B8C-83A1-F6EECF244321}">
                <p14:modId xmlns:p14="http://schemas.microsoft.com/office/powerpoint/2010/main" val="515180772"/>
              </p:ext>
            </p:extLst>
          </p:nvPr>
        </p:nvGraphicFramePr>
        <p:xfrm>
          <a:off x="0" y="0"/>
          <a:ext cx="9144000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8316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03100603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5237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225</Words>
  <Application>Microsoft Macintosh PowerPoint</Application>
  <PresentationFormat>On-screen Show (4:3)</PresentationFormat>
  <Paragraphs>82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Adelino Faria</dc:creator>
  <cp:lastModifiedBy>Adelino Faria</cp:lastModifiedBy>
  <cp:revision>8</cp:revision>
  <dcterms:created xsi:type="dcterms:W3CDTF">2011-03-02T14:35:49Z</dcterms:created>
  <dcterms:modified xsi:type="dcterms:W3CDTF">2011-03-02T16:18:23Z</dcterms:modified>
</cp:coreProperties>
</file>